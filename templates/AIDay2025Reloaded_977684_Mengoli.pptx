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4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le" id="{FD3DCCE1-4FC1-4C57-BF51-9F55AAF3629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A00"/>
    <a:srgbClr val="414241"/>
    <a:srgbClr val="B4009E"/>
    <a:srgbClr val="0478D7"/>
    <a:srgbClr val="0359A0"/>
    <a:srgbClr val="95CFFF"/>
    <a:srgbClr val="797979"/>
    <a:srgbClr val="94D0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3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3792" y="330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'Osservabilità in Semantic Kernel: comprendere il comportamento dell’AI'. The session is presented by: Alessandro Mengoli.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'Osservabilità in Semantic Kernel: comprendere il comportamento dell’AI'. Presented by: Alessandro Mengoli.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session information for 'Osservabilità in Semantic Kernel: comprendere il comportamento dell’AI'. Session description: In un'applicazione tradizionale, comprendere cosa accade nel codice è relativamente semplice. Ma cosa succede quando integriamo modelli AI? Come possiamo ispezionare ciò che avviene "sotto il cofano"?....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'Osservabilità in Semantic Kernel: comprendere il comportamento dell’AI'.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'Osservabilità in Semantic Kernel: comprendere il comportamento dell’AI'.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'Osservabilità in Semantic Kernel: comprendere il comportamento dell’AI'. Ask audience to scan the QR code or visit https://vote.dotnetdev.it/vote/lp0trhq1/977684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BC009E-6413-5447-CB90-2F4F5680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06" y="1856508"/>
            <a:ext cx="8896993" cy="291869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0C2A34A7-03FD-D782-6FE5-7A05557C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7806" y="4775200"/>
            <a:ext cx="8896992" cy="517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5pPr>
              <a:defRPr/>
            </a:lvl5pPr>
          </a:lstStyle>
          <a:p>
            <a:pPr lvl="0"/>
            <a:r>
              <a:rPr lang="it-IT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382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085" y="600780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795" y="697703"/>
            <a:ext cx="3916987" cy="17465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5662487" y="5718725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17" y="5866182"/>
            <a:ext cx="805104" cy="805104"/>
          </a:xfrm>
          <a:prstGeom prst="rect">
            <a:avLst/>
          </a:prstGeom>
        </p:spPr>
      </p:pic>
      <p:pic>
        <p:nvPicPr>
          <p:cNvPr id="2052" name="Picture 4" descr="Unikey">
            <a:extLst>
              <a:ext uri="{FF2B5EF4-FFF2-40B4-BE49-F238E27FC236}">
                <a16:creationId xmlns:a16="http://schemas.microsoft.com/office/drawing/2014/main" id="{CEE9AC16-E792-CA2E-ED1E-34705EEAF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774" y="4089332"/>
            <a:ext cx="2085031" cy="104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8" y="3848663"/>
            <a:ext cx="2709075" cy="1523855"/>
          </a:xfrm>
          <a:prstGeom prst="rect">
            <a:avLst/>
          </a:prstGeom>
        </p:spPr>
      </p:pic>
      <p:pic>
        <p:nvPicPr>
          <p:cNvPr id="1026" name="Picture 2" descr="Key2">
            <a:extLst>
              <a:ext uri="{FF2B5EF4-FFF2-40B4-BE49-F238E27FC236}">
                <a16:creationId xmlns:a16="http://schemas.microsoft.com/office/drawing/2014/main" id="{2D71F549-D090-C5F2-F4AA-2C3629393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58" y="4170447"/>
            <a:ext cx="1775523" cy="8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02" y="2322729"/>
            <a:ext cx="2987773" cy="937627"/>
          </a:xfrm>
          <a:prstGeom prst="rect">
            <a:avLst/>
          </a:prstGeom>
        </p:spPr>
      </p:pic>
      <p:pic>
        <p:nvPicPr>
          <p:cNvPr id="1036" name="Picture 12" descr="Relatech">
            <a:extLst>
              <a:ext uri="{FF2B5EF4-FFF2-40B4-BE49-F238E27FC236}">
                <a16:creationId xmlns:a16="http://schemas.microsoft.com/office/drawing/2014/main" id="{629FB6AC-42B0-81ED-ED0F-EC59742A8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927" y="1671909"/>
            <a:ext cx="3745996" cy="18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D2AFA6-5547-7972-DB40-CBF30DAE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821" y="-3257681"/>
            <a:ext cx="11277599" cy="712379"/>
          </a:xfrm>
        </p:spPr>
        <p:txBody>
          <a:bodyPr>
            <a:normAutofit/>
          </a:bodyPr>
          <a:lstStyle>
            <a:lvl1pPr marL="0" marR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it-IT" b="0" smtClean="0">
                <a:effectLst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it-IT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sponsor</a:t>
            </a:r>
            <a:br>
              <a:rPr lang="it-IT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1464A-95D1-E772-B079-B2A0D62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3" y="-3324459"/>
            <a:ext cx="11277599" cy="712379"/>
          </a:xfrm>
        </p:spPr>
        <p:txBody>
          <a:bodyPr>
            <a:normAutofit/>
          </a:bodyPr>
          <a:lstStyle>
            <a:lvl1pPr>
              <a:defRPr sz="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36C5D48-FBD2-2D12-DE75-A8A1CBD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72918-E10F-3A35-CA7D-06EAE076B6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4" y="2089251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</p:spTree>
    <p:extLst>
      <p:ext uri="{BB962C8B-B14F-4D97-AF65-F5344CB8AC3E}">
        <p14:creationId xmlns:p14="http://schemas.microsoft.com/office/powerpoint/2010/main" val="274705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ACD957-33F5-C66C-74A4-90216823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08492" y="1586878"/>
            <a:ext cx="3300413" cy="32607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44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20" r:id="rId2"/>
    <p:sldLayoutId id="2147484536" r:id="rId3"/>
    <p:sldLayoutId id="2147484519" r:id="rId4"/>
    <p:sldLayoutId id="2147484539" r:id="rId5"/>
    <p:sldLayoutId id="2147484537" r:id="rId6"/>
    <p:sldLayoutId id="2147484542" r:id="rId7"/>
    <p:sldLayoutId id="2147484541" r:id="rId8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Osservabilità in Semantic Kernel: comprendere il comportamento dell’AI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Banner for Osservabilità in Semantic Kernel: comprendere il comportamento dell’AI by Alessandro Mengoli" descr="97768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Osservabilità in Semantic Kernel: comprendere il comportamento dell’AI</a:t>
            </a:r>
          </a:p>
        </p:txBody>
      </p:sp>
      <p:sp>
        <p:nvSpPr>
          <p:cNvPr id="3" name="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Presented by: Alessandro Mengoli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Osservabilità in Semantic Kernel: comprendere il comportamento dell’AI</a:t>
            </a:r>
          </a:p>
        </p:txBody>
      </p:sp>
      <p:sp>
        <p:nvSpPr>
          <p:cNvPr id="3" name="Detailed 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Speaker(s): Alessandro Mengoli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Osservabilità in Semantic Kernel: comprendere il comportamento dell’AI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Osservabilità in Semantic Kernel: comprendere il comportamento dell’AI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14" b="351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Osservabilità in Semantic Kernel: comprendere il comportamento dell’AI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0</TotalTime>
  <Words>324</Words>
  <Application>Microsoft Office PowerPoint</Application>
  <PresentationFormat>Widescreen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Segoe UI</vt:lpstr>
      <vt:lpstr>Segoe UI Semibold</vt:lpstr>
      <vt:lpstr>Verdana</vt:lpstr>
      <vt:lpstr>Azure Dev Titles and Headers - 2018H2</vt:lpstr>
      <vt:lpstr>Session Banner - Osservabilità in Semantic Kernel: comprendere il comportamento dell’AI</vt:lpstr>
      <vt:lpstr>Osservabilità in Semantic Kernel: comprendere il comportamento dell’AI</vt:lpstr>
      <vt:lpstr>Event Sponsors</vt:lpstr>
      <vt:lpstr>Osservabilità in Semantic Kernel: comprendere il comportamento dell’AI</vt:lpstr>
      <vt:lpstr>Demo: Osservabilità in Semantic Kernel: comprendere il comportamento dell’AI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Osservabilità in Semantic Kernel: comprendere il comportamento dell’AI</dc:title>
  <dc:subject>Conference session: Osservabilità in Semantic Kernel: comprendere il comportamento dell’AI</dc:subject>
  <dc:creator/>
  <cp:keywords/>
  <dc:description>Version 1.0a</dc:description>
  <cp:lastModifiedBy/>
  <cp:revision>2</cp:revision>
  <dcterms:created xsi:type="dcterms:W3CDTF">2019-09-06T12:42:37Z</dcterms:created>
  <dcterms:modified xsi:type="dcterms:W3CDTF">2025-10-13T21:14:44Z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