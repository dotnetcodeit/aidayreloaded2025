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4477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ample" id="{FD3DCCE1-4FC1-4C57-BF51-9F55AAF3629A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FF6A00"/>
    <a:srgbClr val="414241"/>
    <a:srgbClr val="B4009E"/>
    <a:srgbClr val="0478D7"/>
    <a:srgbClr val="0359A0"/>
    <a:srgbClr val="95CFFF"/>
    <a:srgbClr val="797979"/>
    <a:srgbClr val="94D0FF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23" autoAdjust="0"/>
    <p:restoredTop sz="86404" autoAdjust="0"/>
  </p:normalViewPr>
  <p:slideViewPr>
    <p:cSldViewPr snapToGrid="0">
      <p:cViewPr varScale="1">
        <p:scale>
          <a:sx n="80" d="100"/>
          <a:sy n="80" d="100"/>
        </p:scale>
        <p:origin x="3792" y="330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6468" y="9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opening banner slide for 'Prompt intelligenti, risposte migliori: Guida pratica alla comunicazione con l'AI'. The session is presented by: Marco Dal Pino.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'Prompt intelligenti, risposte migliori: Guida pratica alla comunicazione con l'AI'. Presented by: Marco Dal Pino.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Detailed session information for 'Prompt intelligenti, risposte migliori: Guida pratica alla comunicazione con l'AI'. Session description: Le AI possono fare di tutto… se sai come chiederlo! In questa sessione parleremo di prompt, ovvero di come formulare le richieste nel modo giusto per ottenere risposte precise e utili. Con esempi prat.... Review the session objectives and speaker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section for 'Prompt intelligenti, risposte migliori: Guida pratica alla comunicazione con l'AI'.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slide for 'Prompt intelligenti, risposte migliori: Guida pratica alla comunicazione con l'AI'.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Voting slide for 'Prompt intelligenti, risposte migliori: Guida pratica alla comunicazione con l'AI'. Ask audience to scan the QR code or visit https://vote.dotnetdev.it/vote/lp0trhq1/975522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BC009E-6413-5447-CB90-2F4F5680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806" y="1856508"/>
            <a:ext cx="8896993" cy="2918691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Text Placeholder 46">
            <a:extLst>
              <a:ext uri="{FF2B5EF4-FFF2-40B4-BE49-F238E27FC236}">
                <a16:creationId xmlns:a16="http://schemas.microsoft.com/office/drawing/2014/main" id="{0C2A34A7-03FD-D782-6FE5-7A05557C1C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37806" y="4775200"/>
            <a:ext cx="8896992" cy="517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5pPr>
              <a:defRPr/>
            </a:lvl5pPr>
          </a:lstStyle>
          <a:p>
            <a:pPr lvl="0"/>
            <a:r>
              <a:rPr lang="it-IT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43824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01085" y="600780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795" y="697703"/>
            <a:ext cx="3916987" cy="1746515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5662487" y="5718725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917" y="5866182"/>
            <a:ext cx="805104" cy="805104"/>
          </a:xfrm>
          <a:prstGeom prst="rect">
            <a:avLst/>
          </a:prstGeom>
        </p:spPr>
      </p:pic>
      <p:pic>
        <p:nvPicPr>
          <p:cNvPr id="2052" name="Picture 4" descr="Unikey">
            <a:extLst>
              <a:ext uri="{FF2B5EF4-FFF2-40B4-BE49-F238E27FC236}">
                <a16:creationId xmlns:a16="http://schemas.microsoft.com/office/drawing/2014/main" id="{CEE9AC16-E792-CA2E-ED1E-34705EEAFA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774" y="4089332"/>
            <a:ext cx="2085031" cy="104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8" y="3848663"/>
            <a:ext cx="2709075" cy="1523855"/>
          </a:xfrm>
          <a:prstGeom prst="rect">
            <a:avLst/>
          </a:prstGeom>
        </p:spPr>
      </p:pic>
      <p:pic>
        <p:nvPicPr>
          <p:cNvPr id="1026" name="Picture 2" descr="Key2">
            <a:extLst>
              <a:ext uri="{FF2B5EF4-FFF2-40B4-BE49-F238E27FC236}">
                <a16:creationId xmlns:a16="http://schemas.microsoft.com/office/drawing/2014/main" id="{2D71F549-D090-C5F2-F4AA-2C3629393C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658" y="4170447"/>
            <a:ext cx="1775523" cy="887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02" y="2322729"/>
            <a:ext cx="2987773" cy="937627"/>
          </a:xfrm>
          <a:prstGeom prst="rect">
            <a:avLst/>
          </a:prstGeom>
        </p:spPr>
      </p:pic>
      <p:pic>
        <p:nvPicPr>
          <p:cNvPr id="1036" name="Picture 12" descr="Relatech">
            <a:extLst>
              <a:ext uri="{FF2B5EF4-FFF2-40B4-BE49-F238E27FC236}">
                <a16:creationId xmlns:a16="http://schemas.microsoft.com/office/drawing/2014/main" id="{629FB6AC-42B0-81ED-ED0F-EC59742A8B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927" y="1671909"/>
            <a:ext cx="3745996" cy="1872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FD2AFA6-5547-7972-DB40-CBF30DAE4E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821" y="-3257681"/>
            <a:ext cx="11277599" cy="712379"/>
          </a:xfrm>
        </p:spPr>
        <p:txBody>
          <a:bodyPr>
            <a:normAutofit/>
          </a:bodyPr>
          <a:lstStyle>
            <a:lvl1pPr marL="0" marR="0" indent="0" algn="l" defTabSz="91413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lang="it-IT" b="0" smtClean="0">
                <a:effectLst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it-IT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sponsor</a:t>
            </a:r>
            <a:br>
              <a:rPr lang="it-IT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1464A-95D1-E772-B079-B2A0D62EB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03" y="-3324459"/>
            <a:ext cx="11277599" cy="712379"/>
          </a:xfrm>
        </p:spPr>
        <p:txBody>
          <a:bodyPr>
            <a:normAutofit/>
          </a:bodyPr>
          <a:lstStyle>
            <a:lvl1pPr>
              <a:defRPr sz="200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">
    <p:bg>
      <p:bgPr>
        <a:solidFill>
          <a:srgbClr val="FF6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86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/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9E8B8-64F5-4140-851E-42BCB6CF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8733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636C5D48-FBD2-2D12-DE75-A8A1CBD86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C72918-E10F-3A35-CA7D-06EAE076B6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4" y="2089251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2559289" y="5285433"/>
            <a:ext cx="7073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Vote for this session!!</a:t>
            </a:r>
          </a:p>
        </p:txBody>
      </p:sp>
    </p:spTree>
    <p:extLst>
      <p:ext uri="{BB962C8B-B14F-4D97-AF65-F5344CB8AC3E}">
        <p14:creationId xmlns:p14="http://schemas.microsoft.com/office/powerpoint/2010/main" val="2747052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/>
          <a:p>
            <a:r>
              <a:rPr lang="it-IT" dirty="0"/>
              <a:t>Q&amp;A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CACD957-33F5-C66C-74A4-90216823CDD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08492" y="1586878"/>
            <a:ext cx="3300413" cy="3260725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0447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0" r:id="rId1"/>
    <p:sldLayoutId id="2147484520" r:id="rId2"/>
    <p:sldLayoutId id="2147484536" r:id="rId3"/>
    <p:sldLayoutId id="2147484519" r:id="rId4"/>
    <p:sldLayoutId id="2147484539" r:id="rId5"/>
    <p:sldLayoutId id="2147484537" r:id="rId6"/>
    <p:sldLayoutId id="2147484542" r:id="rId7"/>
    <p:sldLayoutId id="2147484541" r:id="rId8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Prompt intelligenti, risposte migliori: Guida pratica alla comunicazione con l'AI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Banner for Prompt intelligenti, risposte migliori: Guida pratica alla comunicazione con l'AI by Marco Dal Pino" descr="97552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intelligenti, risposte migliori: Guida pratica alla comunicazione con l'AI</a:t>
            </a:r>
          </a:p>
        </p:txBody>
      </p:sp>
      <p:sp>
        <p:nvSpPr>
          <p:cNvPr id="3" name="Speaker Information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Presented by: Marco Dal Pino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intelligenti, risposte migliori: Guida pratica alla comunicazione con l'AI</a:t>
            </a:r>
          </a:p>
        </p:txBody>
      </p:sp>
      <p:sp>
        <p:nvSpPr>
          <p:cNvPr id="3" name="Detailed Speaker Information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Speaker(s): Marco Dal Pino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Prompt intelligenti, risposte migliori: Guida pratica alla comunicazione con l'AI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Prompt intelligenti, risposte migliori: Guida pratica alla comunicazione con l'AI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514" b="3514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Prompt intelligenti, risposte migliori: Guida pratica alla comunicazione con l'AI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0</TotalTime>
  <Words>368</Words>
  <Application>Microsoft Office PowerPoint</Application>
  <PresentationFormat>Widescreen</PresentationFormat>
  <Paragraphs>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Segoe UI</vt:lpstr>
      <vt:lpstr>Segoe UI Semibold</vt:lpstr>
      <vt:lpstr>Verdana</vt:lpstr>
      <vt:lpstr>Azure Dev Titles and Headers - 2018H2</vt:lpstr>
      <vt:lpstr>Session Banner - Prompt intelligenti, risposte migliori: Guida pratica alla comunicazione con l'AI</vt:lpstr>
      <vt:lpstr>Prompt intelligenti, risposte migliori: Guida pratica alla comunicazione con l'AI</vt:lpstr>
      <vt:lpstr>Event Sponsors</vt:lpstr>
      <vt:lpstr>Prompt intelligenti, risposte migliori: Guida pratica alla comunicazione con l'AI</vt:lpstr>
      <vt:lpstr>Demo: Prompt intelligenti, risposte migliori: Guida pratica alla comunicazione con l'AI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Prompt intelligenti, risposte migliori: Guida pratica alla comunicazione con l'AI</dc:title>
  <dc:subject>Conference session: Prompt intelligenti, risposte migliori: Guida pratica alla comunicazione con l'AI</dc:subject>
  <dc:creator/>
  <cp:keywords/>
  <dc:description>Version 1.0a</dc:description>
  <cp:lastModifiedBy/>
  <cp:revision>2</cp:revision>
  <dcterms:created xsi:type="dcterms:W3CDTF">2019-09-06T12:42:37Z</dcterms:created>
  <dcterms:modified xsi:type="dcterms:W3CDTF">2025-10-13T21:15:16Z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