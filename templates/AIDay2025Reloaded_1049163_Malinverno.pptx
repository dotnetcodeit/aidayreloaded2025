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4477" r:id="rId4"/>
  </p:sldMasterIdLst>
  <p:notesMasterIdLst>
    <p:notesMasterId r:id="rId12"/>
  </p:notesMasterIdLst>
  <p:handoutMasterIdLst>
    <p:handoutMasterId r:id="rId13"/>
  </p:handoutMasterIdLst>
  <p:sldIdLst>
    <p:sldId id="256" r:id="rId5"/>
    <p:sldId id="257" r:id="rId6"/>
    <p:sldId id="258" r:id="rId7"/>
    <p:sldId id="259" r:id="rId8"/>
    <p:sldId id="260"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ample" id="{FD3DCCE1-4FC1-4C57-BF51-9F55AAF3629A}">
          <p14:sldIdLst>
            <p14:sldId id="256"/>
            <p14:sldId id="257"/>
            <p14:sldId id="258"/>
            <p14:sldId id="259"/>
            <p14:sldId id="260"/>
            <p14:sldId id="261"/>
            <p14:sldId id="262"/>
          </p14:sldIdLst>
        </p14:section>
      </p14:sectionLst>
    </p:ext>
    <p:ext uri="{EFAFB233-063F-42B5-8137-9DF3F51BA10A}">
      <p15:sldGuideLst xmlns:p15="http://schemas.microsoft.com/office/powerpoint/2012/main">
        <p15:guide id="19" orient="horz">
          <p15:clr>
            <a:srgbClr val="A4A3A4"/>
          </p15:clr>
        </p15:guide>
        <p15:guide id="20"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6A00"/>
    <a:srgbClr val="414241"/>
    <a:srgbClr val="B4009E"/>
    <a:srgbClr val="0478D7"/>
    <a:srgbClr val="0359A0"/>
    <a:srgbClr val="95CFFF"/>
    <a:srgbClr val="797979"/>
    <a:srgbClr val="94D0FF"/>
    <a:srgbClr val="42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9526B3-A505-2644-A66D-F6C56689E9F7}" v="157" dt="2025-02-11T17:36:24.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23" autoAdjust="0"/>
    <p:restoredTop sz="86404" autoAdjust="0"/>
  </p:normalViewPr>
  <p:slideViewPr>
    <p:cSldViewPr snapToGrid="0">
      <p:cViewPr varScale="1">
        <p:scale>
          <a:sx n="80" d="100"/>
          <a:sy n="80" d="100"/>
        </p:scale>
        <p:origin x="3792" y="330"/>
      </p:cViewPr>
      <p:guideLst>
        <p:guide orient="horz"/>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38" d="100"/>
        <a:sy n="38" d="100"/>
      </p:scale>
      <p:origin x="0" y="0"/>
    </p:cViewPr>
  </p:sorterViewPr>
  <p:notesViewPr>
    <p:cSldViewPr snapToGrid="0">
      <p:cViewPr>
        <p:scale>
          <a:sx n="1" d="2"/>
          <a:sy n="1" d="2"/>
        </p:scale>
        <p:origin x="6468" y="9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5DDD7-29E8-4F85-A117-E0D0E07135BD}"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458E4C-A571-4498-B61D-3EBCC782E6C8}" type="slidenum">
              <a:rPr lang="en-US" smtClean="0"/>
              <a:t>‹#›</a:t>
            </a:fld>
            <a:endParaRPr lang="en-US"/>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4B426-DD78-45C6-AC2B-6AECC245F0A6}"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493308-1CCD-4083-9427-1DD59259FBE4}"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opening banner slide for 'L’agente è solo la punta del prompt (ma l’intelligenza è nel processo)'. The session is presented by: Luca Malinverno, Giuseppe Sinatra. This slide sets the visual theme for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title slide displaying 'L’agente è solo la punta del prompt (ma l’intelligenza è nel processo)'. Presented by: Luca Malinverno, Giuseppe Sinatra. Use this slide to introduce the session topic.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Detailed session information for 'L’agente è solo la punta del prompt (ma l’intelligenza è nel processo)'. Session description: Gli agenti conversazionali sono affascinanti, facili da sviluppare, rapidi da mettere in piedi. Ma quando il business chiede risultati che non dipendano dall’ispirazione momentanea dell’utente, la ver.... Review the session objectives and speaker credentials.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section for 'L’agente è solo la punta del prompt (ma l’intelligenza è nel processo)'. This slide is for live demonstrations. Ensure all demo materials are prepared and tested.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Q&amp;A slide for 'L’agente è solo la punta del prompt (ma l’intelligenza è nel processo)'. This is time for audience questions and discussion. Prepare to address common questions about the topic and invite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Voting slide for 'L’agente è solo la punta del prompt (ma l’intelligenza è nel processo)'. Ask audience to scan the QR code or visit https://vote.dotnetdev.it/vote/lp0trhq1/1049163 to vote. Emphasize the importance of feedback.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microsoft.com/office/2007/relationships/hdphoto" Target="../media/hdphoto2.wdp"/><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A.I. Logo">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C68F535-7122-46C3-9545-2992190058BF}"/>
              </a:ext>
            </a:extLst>
          </p:cNvPr>
          <p:cNvPicPr>
            <a:picLocks noChangeAspect="1"/>
          </p:cNvPicPr>
          <p:nvPr userDrawn="1"/>
        </p:nvPicPr>
        <p:blipFill rotWithShape="1">
          <a:blip r:embed="rId2">
            <a:duotone>
              <a:schemeClr val="accent6">
                <a:shade val="45000"/>
                <a:satMod val="135000"/>
              </a:schemeClr>
              <a:prstClr val="white"/>
            </a:duotone>
            <a:alphaModFix amt="3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7277" t="24868" r="7590" b="21176"/>
          <a:stretch/>
        </p:blipFill>
        <p:spPr>
          <a:xfrm rot="1163624">
            <a:off x="4740361" y="1141441"/>
            <a:ext cx="6817232" cy="4320686"/>
          </a:xfrm>
          <a:prstGeom prst="rect">
            <a:avLst/>
          </a:prstGeom>
        </p:spPr>
      </p:pic>
      <p:pic>
        <p:nvPicPr>
          <p:cNvPr id="18" name="Picture 17">
            <a:extLst>
              <a:ext uri="{FF2B5EF4-FFF2-40B4-BE49-F238E27FC236}">
                <a16:creationId xmlns:a16="http://schemas.microsoft.com/office/drawing/2014/main" id="{47F38F05-D583-4D1E-B0D3-1EF4F135C852}"/>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457199" y="155420"/>
            <a:ext cx="2380607" cy="1402855"/>
          </a:xfrm>
          <a:prstGeom prst="rect">
            <a:avLst/>
          </a:prstGeom>
        </p:spPr>
      </p:pic>
      <p:sp>
        <p:nvSpPr>
          <p:cNvPr id="2" name="Title 1">
            <a:extLst>
              <a:ext uri="{FF2B5EF4-FFF2-40B4-BE49-F238E27FC236}">
                <a16:creationId xmlns:a16="http://schemas.microsoft.com/office/drawing/2014/main" id="{7FBC009E-6413-5447-CB90-2F4F56801DDC}"/>
              </a:ext>
            </a:extLst>
          </p:cNvPr>
          <p:cNvSpPr>
            <a:spLocks noGrp="1"/>
          </p:cNvSpPr>
          <p:nvPr>
            <p:ph type="title"/>
          </p:nvPr>
        </p:nvSpPr>
        <p:spPr>
          <a:xfrm>
            <a:off x="2837806" y="1856508"/>
            <a:ext cx="8896993" cy="2918691"/>
          </a:xfrm>
        </p:spPr>
        <p:txBody>
          <a:bodyPr/>
          <a:lstStyle/>
          <a:p>
            <a:r>
              <a:rPr lang="en-US" dirty="0"/>
              <a:t>Click to edit Master title style</a:t>
            </a:r>
            <a:endParaRPr lang="it-IT" dirty="0"/>
          </a:p>
        </p:txBody>
      </p:sp>
      <p:sp>
        <p:nvSpPr>
          <p:cNvPr id="3" name="Text Placeholder 46">
            <a:extLst>
              <a:ext uri="{FF2B5EF4-FFF2-40B4-BE49-F238E27FC236}">
                <a16:creationId xmlns:a16="http://schemas.microsoft.com/office/drawing/2014/main" id="{0C2A34A7-03FD-D782-6FE5-7A05557C1C5C}"/>
              </a:ext>
            </a:extLst>
          </p:cNvPr>
          <p:cNvSpPr>
            <a:spLocks noGrp="1"/>
          </p:cNvSpPr>
          <p:nvPr>
            <p:ph type="body" sz="quarter" idx="11" hasCustomPrompt="1"/>
          </p:nvPr>
        </p:nvSpPr>
        <p:spPr>
          <a:xfrm>
            <a:off x="2837806" y="4775200"/>
            <a:ext cx="8896992" cy="517525"/>
          </a:xfrm>
          <a:prstGeom prst="rect">
            <a:avLst/>
          </a:prstGeom>
        </p:spPr>
        <p:txBody>
          <a:bodyPr/>
          <a:lstStyle>
            <a:lvl1pPr marL="0" indent="0" algn="ctr">
              <a:buNone/>
              <a:defRPr sz="2400">
                <a:solidFill>
                  <a:schemeClr val="bg1"/>
                </a:solidFill>
                <a:latin typeface="Verdana" panose="020B0604030504040204" pitchFamily="34" charset="0"/>
                <a:ea typeface="Verdana" panose="020B0604030504040204" pitchFamily="34" charset="0"/>
              </a:defRPr>
            </a:lvl1pPr>
            <a:lvl5pPr>
              <a:defRPr/>
            </a:lvl5pPr>
          </a:lstStyle>
          <a:p>
            <a:pPr lvl="0"/>
            <a:r>
              <a:rPr lang="it-IT" dirty="0"/>
              <a:t>Speaker Name</a:t>
            </a:r>
          </a:p>
        </p:txBody>
      </p:sp>
    </p:spTree>
    <p:extLst>
      <p:ext uri="{BB962C8B-B14F-4D97-AF65-F5344CB8AC3E}">
        <p14:creationId xmlns:p14="http://schemas.microsoft.com/office/powerpoint/2010/main" val="243824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ponso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9D99718C-8801-DB65-A2D4-81D2A609F5D8}"/>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2567467" y="416522"/>
            <a:ext cx="6714309" cy="6371837"/>
          </a:xfrm>
          <a:prstGeom prst="rect">
            <a:avLst/>
          </a:prstGeom>
        </p:spPr>
      </p:pic>
      <p:pic>
        <p:nvPicPr>
          <p:cNvPr id="6" name="Picture 5">
            <a:extLst>
              <a:ext uri="{FF2B5EF4-FFF2-40B4-BE49-F238E27FC236}">
                <a16:creationId xmlns:a16="http://schemas.microsoft.com/office/drawing/2014/main" id="{31052682-9E78-4AD0-B400-F20A830FDF53}"/>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708" y="96637"/>
            <a:ext cx="1551713" cy="914400"/>
          </a:xfrm>
          <a:prstGeom prst="rect">
            <a:avLst/>
          </a:prstGeom>
        </p:spPr>
      </p:pic>
      <p:sp>
        <p:nvSpPr>
          <p:cNvPr id="31" name="TextBox 30">
            <a:extLst>
              <a:ext uri="{FF2B5EF4-FFF2-40B4-BE49-F238E27FC236}">
                <a16:creationId xmlns:a16="http://schemas.microsoft.com/office/drawing/2014/main" id="{BDA5AB8B-8B17-45DB-8295-4239B1623191}"/>
              </a:ext>
            </a:extLst>
          </p:cNvPr>
          <p:cNvSpPr txBox="1"/>
          <p:nvPr userDrawn="1"/>
        </p:nvSpPr>
        <p:spPr>
          <a:xfrm>
            <a:off x="4294513" y="369274"/>
            <a:ext cx="3507370"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Platinum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sp>
        <p:nvSpPr>
          <p:cNvPr id="35" name="TextBox 34">
            <a:extLst>
              <a:ext uri="{FF2B5EF4-FFF2-40B4-BE49-F238E27FC236}">
                <a16:creationId xmlns:a16="http://schemas.microsoft.com/office/drawing/2014/main" id="{41F4DD61-89D8-4C62-89D9-26C850C887A7}"/>
              </a:ext>
            </a:extLst>
          </p:cNvPr>
          <p:cNvSpPr txBox="1"/>
          <p:nvPr userDrawn="1"/>
        </p:nvSpPr>
        <p:spPr>
          <a:xfrm>
            <a:off x="4741462" y="3602442"/>
            <a:ext cx="2709075"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Gold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16" name="Picture 15">
            <a:extLst>
              <a:ext uri="{FF2B5EF4-FFF2-40B4-BE49-F238E27FC236}">
                <a16:creationId xmlns:a16="http://schemas.microsoft.com/office/drawing/2014/main" id="{D491E46E-87FA-4EF8-AFDF-877145A820E0}"/>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7601085" y="6007808"/>
            <a:ext cx="1779761" cy="382229"/>
          </a:xfrm>
          <a:prstGeom prst="rect">
            <a:avLst/>
          </a:prstGeom>
        </p:spPr>
      </p:pic>
      <p:cxnSp>
        <p:nvCxnSpPr>
          <p:cNvPr id="11" name="Straight Connector 10">
            <a:extLst>
              <a:ext uri="{FF2B5EF4-FFF2-40B4-BE49-F238E27FC236}">
                <a16:creationId xmlns:a16="http://schemas.microsoft.com/office/drawing/2014/main" id="{5B54C25D-B188-45C9-8D28-7ABDB2EB4B6A}"/>
              </a:ext>
            </a:extLst>
          </p:cNvPr>
          <p:cNvCxnSpPr>
            <a:cxnSpLocks/>
          </p:cNvCxnSpPr>
          <p:nvPr userDrawn="1"/>
        </p:nvCxnSpPr>
        <p:spPr>
          <a:xfrm>
            <a:off x="1766047" y="618254"/>
            <a:ext cx="231238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F35B0B-640D-42B8-BDCA-0733C659D0C2}"/>
              </a:ext>
            </a:extLst>
          </p:cNvPr>
          <p:cNvCxnSpPr>
            <a:cxnSpLocks/>
          </p:cNvCxnSpPr>
          <p:nvPr userDrawn="1"/>
        </p:nvCxnSpPr>
        <p:spPr>
          <a:xfrm>
            <a:off x="8061302" y="618254"/>
            <a:ext cx="413069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A9435D1-D59B-49CA-A2B3-43EB4244CAAC}"/>
              </a:ext>
            </a:extLst>
          </p:cNvPr>
          <p:cNvCxnSpPr>
            <a:cxnSpLocks/>
          </p:cNvCxnSpPr>
          <p:nvPr userDrawn="1"/>
        </p:nvCxnSpPr>
        <p:spPr>
          <a:xfrm>
            <a:off x="0" y="3889020"/>
            <a:ext cx="4491318"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8A07431-5E21-4CB6-9BCB-50ACD2D6D424}"/>
              </a:ext>
            </a:extLst>
          </p:cNvPr>
          <p:cNvCxnSpPr>
            <a:cxnSpLocks/>
          </p:cNvCxnSpPr>
          <p:nvPr userDrawn="1"/>
        </p:nvCxnSpPr>
        <p:spPr>
          <a:xfrm>
            <a:off x="7700681" y="3896319"/>
            <a:ext cx="4491319"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4822890-F49F-4758-8954-02E05099F729}"/>
              </a:ext>
            </a:extLst>
          </p:cNvPr>
          <p:cNvCxnSpPr>
            <a:cxnSpLocks/>
          </p:cNvCxnSpPr>
          <p:nvPr userDrawn="1"/>
        </p:nvCxnSpPr>
        <p:spPr>
          <a:xfrm>
            <a:off x="0" y="5419500"/>
            <a:ext cx="4144851" cy="23002"/>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387994B-7FBB-4635-B076-A8BFA71EF949}"/>
              </a:ext>
            </a:extLst>
          </p:cNvPr>
          <p:cNvCxnSpPr>
            <a:cxnSpLocks/>
          </p:cNvCxnSpPr>
          <p:nvPr userDrawn="1"/>
        </p:nvCxnSpPr>
        <p:spPr>
          <a:xfrm flipV="1">
            <a:off x="8127721" y="5419500"/>
            <a:ext cx="4064279" cy="23002"/>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5793BF2D-C359-4F38-974B-97585605A8E5}"/>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167795" y="697703"/>
            <a:ext cx="3916987" cy="1746515"/>
          </a:xfrm>
          <a:prstGeom prst="rect">
            <a:avLst/>
          </a:prstGeom>
        </p:spPr>
      </p:pic>
      <p:pic>
        <p:nvPicPr>
          <p:cNvPr id="19" name="Immagine 18">
            <a:extLst>
              <a:ext uri="{FF2B5EF4-FFF2-40B4-BE49-F238E27FC236}">
                <a16:creationId xmlns:a16="http://schemas.microsoft.com/office/drawing/2014/main" id="{E716D695-E402-435C-B55F-A1E04EE65F14}"/>
              </a:ext>
            </a:extLst>
          </p:cNvPr>
          <p:cNvPicPr>
            <a:picLocks noChangeAspect="1"/>
          </p:cNvPicPr>
          <p:nvPr userDrawn="1"/>
        </p:nvPicPr>
        <p:blipFill rotWithShape="1">
          <a:blip r:embed="rId7">
            <a:extLst>
              <a:ext uri="{28A0092B-C50C-407E-A947-70E740481C1C}">
                <a14:useLocalDpi xmlns:a14="http://schemas.microsoft.com/office/drawing/2010/main" val="0"/>
              </a:ext>
            </a:extLst>
          </a:blip>
          <a:srcRect t="13849" b="11713"/>
          <a:stretch/>
        </p:blipFill>
        <p:spPr>
          <a:xfrm>
            <a:off x="5662487" y="5718725"/>
            <a:ext cx="1294132" cy="963324"/>
          </a:xfrm>
          <a:prstGeom prst="rect">
            <a:avLst/>
          </a:prstGeom>
        </p:spPr>
      </p:pic>
      <p:sp>
        <p:nvSpPr>
          <p:cNvPr id="39" name="TextBox 38">
            <a:extLst>
              <a:ext uri="{FF2B5EF4-FFF2-40B4-BE49-F238E27FC236}">
                <a16:creationId xmlns:a16="http://schemas.microsoft.com/office/drawing/2014/main" id="{F7286ACB-DCDC-4785-B919-AB6440106A27}"/>
              </a:ext>
            </a:extLst>
          </p:cNvPr>
          <p:cNvSpPr txBox="1"/>
          <p:nvPr userDrawn="1"/>
        </p:nvSpPr>
        <p:spPr>
          <a:xfrm>
            <a:off x="4331430" y="5173279"/>
            <a:ext cx="3634008" cy="492443"/>
          </a:xfrm>
          <a:prstGeom prst="rect">
            <a:avLst/>
          </a:prstGeom>
        </p:spPr>
        <p:txBody>
          <a:bodyPr wrap="none" lIns="0" tIns="0" rIns="0" bIns="0" rtlCol="0" anchor="t" anchorCtr="0">
            <a:spAutoFit/>
          </a:bodyPr>
          <a:lstStyle/>
          <a:p>
            <a:r>
              <a:rPr lang="en-US" sz="3200" b="1" dirty="0">
                <a:solidFill>
                  <a:schemeClr val="bg1"/>
                </a:solidFill>
                <a:latin typeface="Arial" panose="020B0604020202020204" pitchFamily="34" charset="0"/>
                <a:cs typeface="Arial" panose="020B0604020202020204" pitchFamily="34" charset="0"/>
              </a:rPr>
              <a:t>Technical </a:t>
            </a:r>
            <a:r>
              <a:rPr lang="en-US" sz="3200" b="1" dirty="0">
                <a:solidFill>
                  <a:schemeClr val="tx2">
                    <a:lumMod val="50000"/>
                  </a:schemeClr>
                </a:solidFill>
                <a:latin typeface="Arial" panose="020B0604020202020204" pitchFamily="34" charset="0"/>
                <a:cs typeface="Arial" panose="020B0604020202020204" pitchFamily="34" charset="0"/>
              </a:rPr>
              <a:t>Sponsor</a:t>
            </a:r>
          </a:p>
        </p:txBody>
      </p:sp>
      <p:pic>
        <p:nvPicPr>
          <p:cNvPr id="43" name="Immagine 42" descr="Immagine che contiene testo, clipart, grafica vettoriale, segnale&#10;&#10;Descrizione generata automaticamente">
            <a:extLst>
              <a:ext uri="{FF2B5EF4-FFF2-40B4-BE49-F238E27FC236}">
                <a16:creationId xmlns:a16="http://schemas.microsoft.com/office/drawing/2014/main" id="{DF5D8FE4-33B7-43E6-B03F-B0D700FDB9D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212917" y="5866182"/>
            <a:ext cx="805104" cy="805104"/>
          </a:xfrm>
          <a:prstGeom prst="rect">
            <a:avLst/>
          </a:prstGeom>
        </p:spPr>
      </p:pic>
      <p:pic>
        <p:nvPicPr>
          <p:cNvPr id="2052" name="Picture 4" descr="Unikey">
            <a:extLst>
              <a:ext uri="{FF2B5EF4-FFF2-40B4-BE49-F238E27FC236}">
                <a16:creationId xmlns:a16="http://schemas.microsoft.com/office/drawing/2014/main" id="{CEE9AC16-E792-CA2E-ED1E-34705EEAFA85}"/>
              </a:ext>
            </a:extLst>
          </p:cNvPr>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5083774" y="4089332"/>
            <a:ext cx="2085031" cy="104251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logo with blue squares and text&#10;&#10;Description automatically generated">
            <a:extLst>
              <a:ext uri="{FF2B5EF4-FFF2-40B4-BE49-F238E27FC236}">
                <a16:creationId xmlns:a16="http://schemas.microsoft.com/office/drawing/2014/main" id="{E637C6E4-D3F3-F254-5B53-D09DC22D490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7708398" y="3848663"/>
            <a:ext cx="2709075" cy="1523855"/>
          </a:xfrm>
          <a:prstGeom prst="rect">
            <a:avLst/>
          </a:prstGeom>
        </p:spPr>
      </p:pic>
      <p:pic>
        <p:nvPicPr>
          <p:cNvPr id="1026" name="Picture 2" descr="Key2">
            <a:extLst>
              <a:ext uri="{FF2B5EF4-FFF2-40B4-BE49-F238E27FC236}">
                <a16:creationId xmlns:a16="http://schemas.microsoft.com/office/drawing/2014/main" id="{2D71F549-D090-C5F2-F4AA-2C3629393CBF}"/>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2768658" y="4170447"/>
            <a:ext cx="1775523" cy="887762"/>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blue and yellow text on a black background&#10;&#10;Description automatically generated">
            <a:extLst>
              <a:ext uri="{FF2B5EF4-FFF2-40B4-BE49-F238E27FC236}">
                <a16:creationId xmlns:a16="http://schemas.microsoft.com/office/drawing/2014/main" id="{340E6867-FCE7-FCCA-1E0F-3ADC270DBE5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2535302" y="2322729"/>
            <a:ext cx="2987773" cy="937627"/>
          </a:xfrm>
          <a:prstGeom prst="rect">
            <a:avLst/>
          </a:prstGeom>
        </p:spPr>
      </p:pic>
      <p:pic>
        <p:nvPicPr>
          <p:cNvPr id="1036" name="Picture 12" descr="Relatech">
            <a:extLst>
              <a:ext uri="{FF2B5EF4-FFF2-40B4-BE49-F238E27FC236}">
                <a16:creationId xmlns:a16="http://schemas.microsoft.com/office/drawing/2014/main" id="{629FB6AC-42B0-81ED-ED0F-EC59742A8B9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6668927" y="1671909"/>
            <a:ext cx="3745996" cy="1872998"/>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4FD2AFA6-5547-7972-DB40-CBF30DAE4ECA}"/>
              </a:ext>
            </a:extLst>
          </p:cNvPr>
          <p:cNvSpPr>
            <a:spLocks noGrp="1"/>
          </p:cNvSpPr>
          <p:nvPr>
            <p:ph type="title" hasCustomPrompt="1"/>
          </p:nvPr>
        </p:nvSpPr>
        <p:spPr>
          <a:xfrm>
            <a:off x="285821" y="-3257681"/>
            <a:ext cx="11277599" cy="712379"/>
          </a:xfrm>
        </p:spPr>
        <p:txBody>
          <a:bodyPr>
            <a:normAutofit/>
          </a:bodyPr>
          <a:lstStyle>
            <a:lvl1pPr marL="0" marR="0" indent="0" algn="l" defTabSz="914132" rtl="0" eaLnBrk="1" fontAlgn="auto" latinLnBrk="0" hangingPunct="1">
              <a:lnSpc>
                <a:spcPct val="90000"/>
              </a:lnSpc>
              <a:spcBef>
                <a:spcPct val="0"/>
              </a:spcBef>
              <a:spcAft>
                <a:spcPts val="0"/>
              </a:spcAft>
              <a:buClrTx/>
              <a:buSzTx/>
              <a:buFont typeface="Arial" charset="0"/>
              <a:buNone/>
              <a:tabLst/>
              <a:defRPr lang="it-IT" b="0" smtClean="0">
                <a:effectLst/>
              </a:defRPr>
            </a:lvl1pPr>
          </a:lstStyle>
          <a:p>
            <a:pPr marL="0" marR="0" lvl="0" indent="0" algn="l" defTabSz="914132" rtl="0" eaLnBrk="1" fontAlgn="auto" latinLnBrk="0" hangingPunct="1">
              <a:lnSpc>
                <a:spcPct val="90000"/>
              </a:lnSpc>
              <a:spcBef>
                <a:spcPct val="0"/>
              </a:spcBef>
              <a:spcAft>
                <a:spcPts val="0"/>
              </a:spcAft>
              <a:buClrTx/>
              <a:buSzTx/>
              <a:buFont typeface="Arial" charset="0"/>
              <a:buNone/>
              <a:tabLst/>
              <a:defRPr/>
            </a:pPr>
            <a:r>
              <a:rPr lang="it-IT" b="0">
                <a:solidFill>
                  <a:srgbClr val="A31515"/>
                </a:solidFill>
                <a:effectLst/>
                <a:latin typeface="Consolas" panose="020B0609020204030204" pitchFamily="49" charset="0"/>
              </a:rPr>
              <a:t>sponsor</a:t>
            </a:r>
            <a:br>
              <a:rPr lang="it-IT" b="0">
                <a:solidFill>
                  <a:srgbClr val="3B3B3B"/>
                </a:solidFill>
                <a:effectLst/>
                <a:latin typeface="Consolas" panose="020B0609020204030204" pitchFamily="49" charset="0"/>
              </a:rPr>
            </a:br>
            <a:endParaRPr lang="it-IT" dirty="0"/>
          </a:p>
        </p:txBody>
      </p:sp>
    </p:spTree>
    <p:extLst>
      <p:ext uri="{BB962C8B-B14F-4D97-AF65-F5344CB8AC3E}">
        <p14:creationId xmlns:p14="http://schemas.microsoft.com/office/powerpoint/2010/main" val="41119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lide Templat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FC4897-885B-4A5A-9CB9-CE6CCC0CC0E1}"/>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12" name="Picture 11">
            <a:extLst>
              <a:ext uri="{FF2B5EF4-FFF2-40B4-BE49-F238E27FC236}">
                <a16:creationId xmlns:a16="http://schemas.microsoft.com/office/drawing/2014/main" id="{E4378E16-DA49-49C4-B3A3-F81DB15F261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0384974" y="5758847"/>
            <a:ext cx="1551713" cy="914400"/>
          </a:xfrm>
          <a:prstGeom prst="rect">
            <a:avLst/>
          </a:prstGeom>
        </p:spPr>
      </p:pic>
      <p:sp>
        <p:nvSpPr>
          <p:cNvPr id="11" name="Title 13">
            <a:extLst>
              <a:ext uri="{FF2B5EF4-FFF2-40B4-BE49-F238E27FC236}">
                <a16:creationId xmlns:a16="http://schemas.microsoft.com/office/drawing/2014/main" id="{E56EFC27-FA59-43D5-817E-A7DA46668423}"/>
              </a:ext>
            </a:extLst>
          </p:cNvPr>
          <p:cNvSpPr>
            <a:spLocks noGrp="1"/>
          </p:cNvSpPr>
          <p:nvPr>
            <p:ph type="title" hasCustomPrompt="1"/>
          </p:nvPr>
        </p:nvSpPr>
        <p:spPr>
          <a:xfrm>
            <a:off x="358588" y="344973"/>
            <a:ext cx="11012162" cy="1023747"/>
          </a:xfrm>
          <a:prstGeom prst="rect">
            <a:avLst/>
          </a:prstGeom>
        </p:spPr>
        <p:txBody>
          <a:bodyPr lIns="0" anchor="ctr">
            <a:noAutofit/>
          </a:bodyPr>
          <a:lstStyle>
            <a:lvl1pPr>
              <a:defRPr sz="4400" b="0" i="0" baseline="0">
                <a:solidFill>
                  <a:schemeClr val="accent2"/>
                </a:solidFill>
                <a:latin typeface="+mj-lt"/>
                <a:ea typeface="Segoe UI Semibold" charset="0"/>
                <a:cs typeface="Segoe UI Semibold" charset="0"/>
              </a:defRPr>
            </a:lvl1pPr>
          </a:lstStyle>
          <a:p>
            <a:r>
              <a:rPr lang="en-US" dirty="0"/>
              <a:t>Title</a:t>
            </a:r>
          </a:p>
        </p:txBody>
      </p:sp>
      <p:sp>
        <p:nvSpPr>
          <p:cNvPr id="13" name="Shape 78">
            <a:extLst>
              <a:ext uri="{FF2B5EF4-FFF2-40B4-BE49-F238E27FC236}">
                <a16:creationId xmlns:a16="http://schemas.microsoft.com/office/drawing/2014/main" id="{A56A451A-47B4-46C1-8071-AAA7B2F5D56C}"/>
              </a:ext>
            </a:extLst>
          </p:cNvPr>
          <p:cNvSpPr txBox="1">
            <a:spLocks noGrp="1"/>
          </p:cNvSpPr>
          <p:nvPr>
            <p:ph type="body" idx="7" hasCustomPrompt="1"/>
          </p:nvPr>
        </p:nvSpPr>
        <p:spPr>
          <a:xfrm>
            <a:off x="358588" y="1721224"/>
            <a:ext cx="11012162" cy="4536141"/>
          </a:xfrm>
          <a:prstGeom prst="rect">
            <a:avLst/>
          </a:prstGeom>
        </p:spPr>
        <p:txBody>
          <a:bodyPr vert="horz" lIns="0" tIns="91440" rIns="0" bIns="0" rtlCol="0" anchor="t" anchorCtr="0">
            <a:noAutofit/>
          </a:bodyPr>
          <a:lstStyle>
            <a:lvl1pPr marL="457114" indent="-457114">
              <a:buFont typeface="+mj-lt"/>
              <a:buNone/>
              <a:tabLst>
                <a:tab pos="1828800" algn="l"/>
              </a:tabLst>
              <a:defRPr sz="3200" b="1" i="0" dirty="0">
                <a:solidFill>
                  <a:schemeClr val="accent4"/>
                </a:solidFill>
                <a:latin typeface="Segoe UI Semibold" charset="0"/>
                <a:ea typeface="Segoe UI Semibold" charset="0"/>
                <a:cs typeface="Segoe UI Semibold" charset="0"/>
              </a:defRPr>
            </a:lvl1pPr>
          </a:lstStyle>
          <a:p>
            <a:pPr marL="0" lvl="0" indent="0"/>
            <a:r>
              <a:rPr lang="en-US" dirty="0"/>
              <a:t>Sub Title</a:t>
            </a:r>
          </a:p>
        </p:txBody>
      </p:sp>
    </p:spTree>
    <p:extLst>
      <p:ext uri="{BB962C8B-B14F-4D97-AF65-F5344CB8AC3E}">
        <p14:creationId xmlns:p14="http://schemas.microsoft.com/office/powerpoint/2010/main" val="1792405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Left Logo">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0CD2D2BF-BCAB-4D60-84D5-268B210223FA}"/>
              </a:ext>
            </a:extLst>
          </p:cNvPr>
          <p:cNvSpPr>
            <a:spLocks noChangeArrowheads="1"/>
          </p:cNvSpPr>
          <p:nvPr userDrawn="1"/>
        </p:nvSpPr>
        <p:spPr bwMode="auto">
          <a:xfrm>
            <a:off x="379012" y="6210236"/>
            <a:ext cx="5735541" cy="246221"/>
          </a:xfrm>
          <a:prstGeom prst="rect">
            <a:avLst/>
          </a:prstGeom>
          <a:noFill/>
          <a:ln w="9525">
            <a:noFill/>
            <a:miter lim="800000"/>
            <a:headEnd/>
            <a:tailEnd/>
          </a:ln>
        </p:spPr>
        <p:txBody>
          <a:bodyPr wrap="square">
            <a:spAutoFit/>
          </a:bodyPr>
          <a:lstStyle/>
          <a:p>
            <a:pPr marL="0" lvl="1" defTabSz="914088">
              <a:defRPr/>
            </a:pPr>
            <a:r>
              <a:rPr lang="en-US" sz="1000" b="0" i="0" dirty="0">
                <a:solidFill>
                  <a:schemeClr val="tx1"/>
                </a:solidFill>
                <a:latin typeface="Segoe UI" charset="0"/>
                <a:ea typeface="Segoe UI" charset="0"/>
                <a:cs typeface="Segoe UI" charset="0"/>
              </a:rPr>
              <a:t>© Copyright Microsoft Corporation. All rights reserved.</a:t>
            </a:r>
          </a:p>
        </p:txBody>
      </p:sp>
      <p:pic>
        <p:nvPicPr>
          <p:cNvPr id="6" name="Picture 5">
            <a:extLst>
              <a:ext uri="{FF2B5EF4-FFF2-40B4-BE49-F238E27FC236}">
                <a16:creationId xmlns:a16="http://schemas.microsoft.com/office/drawing/2014/main" id="{13C0E794-6877-4C3E-8C3C-FF690CD1299D}"/>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9895" b="21176"/>
          <a:stretch/>
        </p:blipFill>
        <p:spPr>
          <a:xfrm>
            <a:off x="209003" y="2117725"/>
            <a:ext cx="3103423" cy="1828800"/>
          </a:xfrm>
          <a:prstGeom prst="rect">
            <a:avLst/>
          </a:prstGeom>
        </p:spPr>
      </p:pic>
      <p:grpSp>
        <p:nvGrpSpPr>
          <p:cNvPr id="7" name="Group 6">
            <a:extLst>
              <a:ext uri="{FF2B5EF4-FFF2-40B4-BE49-F238E27FC236}">
                <a16:creationId xmlns:a16="http://schemas.microsoft.com/office/drawing/2014/main" id="{C1AF9451-5C6F-45A6-8467-A3FFDBDED47D}"/>
              </a:ext>
            </a:extLst>
          </p:cNvPr>
          <p:cNvGrpSpPr/>
          <p:nvPr userDrawn="1"/>
        </p:nvGrpSpPr>
        <p:grpSpPr>
          <a:xfrm>
            <a:off x="4878977" y="328692"/>
            <a:ext cx="6714309" cy="6371837"/>
            <a:chOff x="1547949" y="-1422929"/>
            <a:chExt cx="4715691" cy="4722003"/>
          </a:xfrm>
        </p:grpSpPr>
        <p:pic>
          <p:nvPicPr>
            <p:cNvPr id="8" name="Picture 7">
              <a:extLst>
                <a:ext uri="{FF2B5EF4-FFF2-40B4-BE49-F238E27FC236}">
                  <a16:creationId xmlns:a16="http://schemas.microsoft.com/office/drawing/2014/main" id="{74CE0FBF-640E-466F-BC88-9651C52ED982}"/>
                </a:ext>
              </a:extLst>
            </p:cNvPr>
            <p:cNvPicPr>
              <a:picLocks noChangeAspect="1"/>
            </p:cNvPicPr>
            <p:nvPr userDrawn="1"/>
          </p:nvPicPr>
          <p:blipFill rotWithShape="1">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0" name="Rectangle 9">
              <a:extLst>
                <a:ext uri="{FF2B5EF4-FFF2-40B4-BE49-F238E27FC236}">
                  <a16:creationId xmlns:a16="http://schemas.microsoft.com/office/drawing/2014/main" id="{C08C5625-3CAC-4438-99C6-485BE7455A95}"/>
                </a:ext>
              </a:extLst>
            </p:cNvPr>
            <p:cNvSpPr/>
            <p:nvPr userDrawn="1"/>
          </p:nvSpPr>
          <p:spPr>
            <a:xfrm>
              <a:off x="1725929" y="-1301876"/>
              <a:ext cx="4537710" cy="4378234"/>
            </a:xfrm>
            <a:prstGeom prst="rect">
              <a:avLst/>
            </a:prstGeom>
            <a:solidFill>
              <a:srgbClr val="FFFFFF">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9" name="Content Placeholder 3">
            <a:extLst>
              <a:ext uri="{FF2B5EF4-FFF2-40B4-BE49-F238E27FC236}">
                <a16:creationId xmlns:a16="http://schemas.microsoft.com/office/drawing/2014/main" id="{5D7C8A6F-7607-45CC-AA94-76E43AEF4F79}"/>
              </a:ext>
            </a:extLst>
          </p:cNvPr>
          <p:cNvSpPr>
            <a:spLocks noGrp="1"/>
          </p:cNvSpPr>
          <p:nvPr>
            <p:ph sz="quarter" idx="10" hasCustomPrompt="1"/>
          </p:nvPr>
        </p:nvSpPr>
        <p:spPr>
          <a:xfrm>
            <a:off x="3312426" y="328693"/>
            <a:ext cx="8422373" cy="6371836"/>
          </a:xfrm>
        </p:spPr>
        <p:txBody>
          <a:bodyPr/>
          <a:lstStyle>
            <a:lvl1pPr>
              <a:defRPr>
                <a:solidFill>
                  <a:schemeClr val="accent4"/>
                </a:solidFill>
                <a:latin typeface="+mn-lt"/>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it-IT" dirty="0"/>
              <a:t>Click </a:t>
            </a:r>
            <a:r>
              <a:rPr lang="it-IT" dirty="0" err="1"/>
              <a:t>here</a:t>
            </a:r>
            <a:r>
              <a:rPr lang="it-IT" dirty="0"/>
              <a:t> to </a:t>
            </a:r>
            <a:r>
              <a:rPr lang="it-IT" dirty="0" err="1"/>
              <a:t>insert</a:t>
            </a:r>
            <a:r>
              <a:rPr lang="it-IT" dirty="0"/>
              <a:t> </a:t>
            </a:r>
            <a:r>
              <a:rPr lang="it-IT" dirty="0" err="1"/>
              <a:t>your</a:t>
            </a:r>
            <a:r>
              <a:rPr lang="it-IT" dirty="0"/>
              <a:t> </a:t>
            </a:r>
            <a:r>
              <a:rPr lang="it-IT" dirty="0" err="1"/>
              <a:t>content</a:t>
            </a:r>
            <a:endParaRPr lang="en-US" dirty="0"/>
          </a:p>
        </p:txBody>
      </p:sp>
      <p:sp>
        <p:nvSpPr>
          <p:cNvPr id="2" name="Title 1">
            <a:extLst>
              <a:ext uri="{FF2B5EF4-FFF2-40B4-BE49-F238E27FC236}">
                <a16:creationId xmlns:a16="http://schemas.microsoft.com/office/drawing/2014/main" id="{6A01464A-95D1-E772-B079-B2A0D62EB436}"/>
              </a:ext>
            </a:extLst>
          </p:cNvPr>
          <p:cNvSpPr>
            <a:spLocks noGrp="1"/>
          </p:cNvSpPr>
          <p:nvPr>
            <p:ph type="title"/>
          </p:nvPr>
        </p:nvSpPr>
        <p:spPr>
          <a:xfrm>
            <a:off x="209003" y="-3324459"/>
            <a:ext cx="11277599" cy="712379"/>
          </a:xfrm>
        </p:spPr>
        <p:txBody>
          <a:bodyPr>
            <a:normAutofit/>
          </a:bodyPr>
          <a:lstStyle>
            <a:lvl1pPr>
              <a:defRPr sz="200"/>
            </a:lvl1pPr>
          </a:lstStyle>
          <a:p>
            <a:r>
              <a:rPr lang="en-US" dirty="0"/>
              <a:t>Click to edit Master title style</a:t>
            </a:r>
            <a:endParaRPr lang="it-IT" dirty="0"/>
          </a:p>
        </p:txBody>
      </p:sp>
    </p:spTree>
    <p:extLst>
      <p:ext uri="{BB962C8B-B14F-4D97-AF65-F5344CB8AC3E}">
        <p14:creationId xmlns:p14="http://schemas.microsoft.com/office/powerpoint/2010/main" val="333654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emo Slide">
    <p:bg>
      <p:bgPr>
        <a:solidFill>
          <a:srgbClr val="FF6A00"/>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4873C298-4752-4898-B421-CF30ABFE566D}"/>
              </a:ext>
            </a:extLst>
          </p:cNvPr>
          <p:cNvGrpSpPr/>
          <p:nvPr userDrawn="1"/>
        </p:nvGrpSpPr>
        <p:grpSpPr>
          <a:xfrm>
            <a:off x="4857206" y="243081"/>
            <a:ext cx="6714309" cy="6371837"/>
            <a:chOff x="1547949" y="-1422929"/>
            <a:chExt cx="4715691" cy="4722003"/>
          </a:xfrm>
        </p:grpSpPr>
        <p:pic>
          <p:nvPicPr>
            <p:cNvPr id="14" name="Picture 13">
              <a:extLst>
                <a:ext uri="{FF2B5EF4-FFF2-40B4-BE49-F238E27FC236}">
                  <a16:creationId xmlns:a16="http://schemas.microsoft.com/office/drawing/2014/main" id="{90C796AD-96FD-44EB-B8E9-8456E389207B}"/>
                </a:ext>
              </a:extLst>
            </p:cNvPr>
            <p:cNvPicPr>
              <a:picLocks noChangeAspect="1"/>
            </p:cNvPicPr>
            <p:nvPr userDrawn="1"/>
          </p:nvPicPr>
          <p:blipFill rotWithShape="1">
            <a:blip r:embed="rId2">
              <a:duotone>
                <a:schemeClr val="accent6">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a:off x="1547949" y="-1422929"/>
              <a:ext cx="4715691" cy="4722003"/>
            </a:xfrm>
            <a:prstGeom prst="rect">
              <a:avLst/>
            </a:prstGeom>
          </p:spPr>
        </p:pic>
        <p:sp>
          <p:nvSpPr>
            <p:cNvPr id="15" name="Rectangle 14">
              <a:extLst>
                <a:ext uri="{FF2B5EF4-FFF2-40B4-BE49-F238E27FC236}">
                  <a16:creationId xmlns:a16="http://schemas.microsoft.com/office/drawing/2014/main" id="{9E988B4C-8BE1-4085-93FB-75B20737EC61}"/>
                </a:ext>
              </a:extLst>
            </p:cNvPr>
            <p:cNvSpPr/>
            <p:nvPr userDrawn="1"/>
          </p:nvSpPr>
          <p:spPr>
            <a:xfrm>
              <a:off x="1725930" y="-1301876"/>
              <a:ext cx="4537710" cy="4378234"/>
            </a:xfrm>
            <a:prstGeom prst="rect">
              <a:avLst/>
            </a:prstGeom>
            <a:solidFill>
              <a:schemeClr val="bg1">
                <a:alpha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A07538AA-B75F-4873-9903-31AA1E14A4BA}"/>
              </a:ext>
            </a:extLst>
          </p:cNvPr>
          <p:cNvSpPr>
            <a:spLocks noGrp="1"/>
          </p:cNvSpPr>
          <p:nvPr>
            <p:ph type="title" hasCustomPrompt="1"/>
          </p:nvPr>
        </p:nvSpPr>
        <p:spPr>
          <a:xfrm>
            <a:off x="457200" y="2886891"/>
            <a:ext cx="11277599" cy="712379"/>
          </a:xfrm>
        </p:spPr>
        <p:txBody>
          <a:bodyPr/>
          <a:lstStyle>
            <a:lvl1pPr>
              <a:defRPr>
                <a:solidFill>
                  <a:schemeClr val="tx1"/>
                </a:solidFill>
              </a:defRPr>
            </a:lvl1pPr>
          </a:lstStyle>
          <a:p>
            <a:r>
              <a:rPr lang="en-US" dirty="0"/>
              <a:t>Demo</a:t>
            </a:r>
          </a:p>
        </p:txBody>
      </p:sp>
      <p:pic>
        <p:nvPicPr>
          <p:cNvPr id="12" name="Picture 11">
            <a:extLst>
              <a:ext uri="{FF2B5EF4-FFF2-40B4-BE49-F238E27FC236}">
                <a16:creationId xmlns:a16="http://schemas.microsoft.com/office/drawing/2014/main" id="{11ABDB7C-1CED-496E-A08B-C175C1A7064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57937" y="5252535"/>
            <a:ext cx="1605465" cy="1605465"/>
          </a:xfrm>
          <a:prstGeom prst="rect">
            <a:avLst/>
          </a:prstGeom>
        </p:spPr>
      </p:pic>
    </p:spTree>
    <p:extLst>
      <p:ext uri="{BB962C8B-B14F-4D97-AF65-F5344CB8AC3E}">
        <p14:creationId xmlns:p14="http://schemas.microsoft.com/office/powerpoint/2010/main" val="755786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pic>
        <p:nvPicPr>
          <p:cNvPr id="4" name="Picture 3">
            <a:extLst>
              <a:ext uri="{FF2B5EF4-FFF2-40B4-BE49-F238E27FC236}">
                <a16:creationId xmlns:a16="http://schemas.microsoft.com/office/drawing/2014/main" id="{9E07105D-33E1-4E6F-92F4-CC83B4728D91}"/>
              </a:ext>
            </a:extLst>
          </p:cNvPr>
          <p:cNvPicPr>
            <a:picLocks noChangeAspect="1"/>
          </p:cNvPicPr>
          <p:nvPr userDrawn="1"/>
        </p:nvPicPr>
        <p:blipFill>
          <a:blip r:embed="rId5"/>
          <a:stretch>
            <a:fillRect/>
          </a:stretch>
        </p:blipFill>
        <p:spPr>
          <a:xfrm>
            <a:off x="5797654" y="1722102"/>
            <a:ext cx="5543190" cy="3413794"/>
          </a:xfrm>
          <a:prstGeom prst="rect">
            <a:avLst/>
          </a:prstGeom>
          <a:effectLst>
            <a:glow rad="228600">
              <a:schemeClr val="accent1">
                <a:satMod val="175000"/>
                <a:alpha val="40000"/>
              </a:schemeClr>
            </a:glow>
          </a:effectLst>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Tree>
    <p:extLst>
      <p:ext uri="{BB962C8B-B14F-4D97-AF65-F5344CB8AC3E}">
        <p14:creationId xmlns:p14="http://schemas.microsoft.com/office/powerpoint/2010/main" val="266475724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apositiva titol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pic>
        <p:nvPicPr>
          <p:cNvPr id="3" name="Picture 6">
            <a:extLst>
              <a:ext uri="{FF2B5EF4-FFF2-40B4-BE49-F238E27FC236}">
                <a16:creationId xmlns:a16="http://schemas.microsoft.com/office/drawing/2014/main" id="{636C5D48-FBD2-2D12-DE75-A8A1CBD8641B}"/>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4" name="Picture 3">
            <a:extLst>
              <a:ext uri="{FF2B5EF4-FFF2-40B4-BE49-F238E27FC236}">
                <a16:creationId xmlns:a16="http://schemas.microsoft.com/office/drawing/2014/main" id="{7AC72918-E10F-3A35-CA7D-06EAE076B64A}"/>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4" y="2089251"/>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Tree>
    <p:extLst>
      <p:ext uri="{BB962C8B-B14F-4D97-AF65-F5344CB8AC3E}">
        <p14:creationId xmlns:p14="http://schemas.microsoft.com/office/powerpoint/2010/main" val="2747052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Q&amp;A">
    <p:spTree>
      <p:nvGrpSpPr>
        <p:cNvPr id="1" name=""/>
        <p:cNvGrpSpPr/>
        <p:nvPr/>
      </p:nvGrpSpPr>
      <p:grpSpPr>
        <a:xfrm>
          <a:off x="0" y="0"/>
          <a:ext cx="0" cy="0"/>
          <a:chOff x="0" y="0"/>
          <a:chExt cx="0" cy="0"/>
        </a:xfrm>
      </p:grpSpPr>
      <p:pic>
        <p:nvPicPr>
          <p:cNvPr id="10" name="Picture 6">
            <a:extLst>
              <a:ext uri="{FF2B5EF4-FFF2-40B4-BE49-F238E27FC236}">
                <a16:creationId xmlns:a16="http://schemas.microsoft.com/office/drawing/2014/main" id="{9566891A-6029-7B5E-46D6-65BE3CF3CC1C}"/>
              </a:ext>
            </a:extLst>
          </p:cNvPr>
          <p:cNvPicPr>
            <a:picLocks noChangeAspect="1"/>
          </p:cNvPicPr>
          <p:nvPr userDrawn="1"/>
        </p:nvPicPr>
        <p:blipFill rotWithShape="1">
          <a:blip r:embed="rId2">
            <a:duotone>
              <a:schemeClr val="accent6">
                <a:shade val="45000"/>
                <a:satMod val="135000"/>
              </a:schemeClr>
              <a:prstClr val="white"/>
            </a:duotone>
            <a:alphaModFix amt="40000"/>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l="21383" t="24306" r="22100" b="19103"/>
          <a:stretch/>
        </p:blipFill>
        <p:spPr>
          <a:xfrm rot="1170978">
            <a:off x="5081451" y="113155"/>
            <a:ext cx="6714309" cy="6371837"/>
          </a:xfrm>
          <a:prstGeom prst="rect">
            <a:avLst/>
          </a:prstGeom>
        </p:spPr>
      </p:pic>
      <p:pic>
        <p:nvPicPr>
          <p:cNvPr id="3" name="Picture 2">
            <a:extLst>
              <a:ext uri="{FF2B5EF4-FFF2-40B4-BE49-F238E27FC236}">
                <a16:creationId xmlns:a16="http://schemas.microsoft.com/office/drawing/2014/main" id="{296C2B2E-5920-45EA-AE97-24724EC588AF}"/>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19895" b="21176"/>
          <a:stretch/>
        </p:blipFill>
        <p:spPr>
          <a:xfrm>
            <a:off x="129889" y="146402"/>
            <a:ext cx="1086200" cy="640080"/>
          </a:xfrm>
          <a:prstGeom prst="rect">
            <a:avLst/>
          </a:prstGeom>
        </p:spPr>
      </p:pic>
      <p:sp>
        <p:nvSpPr>
          <p:cNvPr id="5" name="Titolo 4">
            <a:extLst>
              <a:ext uri="{FF2B5EF4-FFF2-40B4-BE49-F238E27FC236}">
                <a16:creationId xmlns:a16="http://schemas.microsoft.com/office/drawing/2014/main" id="{3E52BDD0-E53D-423D-16C2-473DB62BF827}"/>
              </a:ext>
            </a:extLst>
          </p:cNvPr>
          <p:cNvSpPr>
            <a:spLocks noGrp="1"/>
          </p:cNvSpPr>
          <p:nvPr>
            <p:ph type="title" hasCustomPrompt="1"/>
          </p:nvPr>
        </p:nvSpPr>
        <p:spPr>
          <a:xfrm>
            <a:off x="272143" y="-903515"/>
            <a:ext cx="11277599" cy="712379"/>
          </a:xfrm>
        </p:spPr>
        <p:txBody>
          <a:bodyPr/>
          <a:lstStyle/>
          <a:p>
            <a:r>
              <a:rPr lang="it-IT" dirty="0"/>
              <a:t>Q&amp;A</a:t>
            </a:r>
          </a:p>
        </p:txBody>
      </p:sp>
      <p:sp>
        <p:nvSpPr>
          <p:cNvPr id="6" name="Picture Placeholder 5">
            <a:extLst>
              <a:ext uri="{FF2B5EF4-FFF2-40B4-BE49-F238E27FC236}">
                <a16:creationId xmlns:a16="http://schemas.microsoft.com/office/drawing/2014/main" id="{ACACD957-33F5-C66C-74A4-90216823CDDC}"/>
              </a:ext>
            </a:extLst>
          </p:cNvPr>
          <p:cNvSpPr>
            <a:spLocks noGrp="1"/>
          </p:cNvSpPr>
          <p:nvPr>
            <p:ph type="pic" sz="quarter" idx="10"/>
          </p:nvPr>
        </p:nvSpPr>
        <p:spPr>
          <a:xfrm>
            <a:off x="8008492" y="1586878"/>
            <a:ext cx="3300413" cy="3260725"/>
          </a:xfrm>
        </p:spPr>
        <p:txBody>
          <a:bodyPr/>
          <a:lstStyle/>
          <a:p>
            <a:endParaRPr lang="it-IT"/>
          </a:p>
        </p:txBody>
      </p:sp>
    </p:spTree>
    <p:extLst>
      <p:ext uri="{BB962C8B-B14F-4D97-AF65-F5344CB8AC3E}">
        <p14:creationId xmlns:p14="http://schemas.microsoft.com/office/powerpoint/2010/main" val="34504477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idx="1"/>
          </p:nvPr>
        </p:nvSpPr>
        <p:spPr>
          <a:xfrm>
            <a:off x="457200" y="1521823"/>
            <a:ext cx="11277600" cy="4376057"/>
          </a:xfrm>
          <a:prstGeom prst="rect">
            <a:avLst/>
          </a:prstGeom>
        </p:spPr>
        <p:txBody>
          <a:bodyPr vert="horz" lIns="0" tIns="0" rIns="0" bIns="0" rtlCol="0">
            <a:no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3" name="Title Placeholder 2"/>
          <p:cNvSpPr>
            <a:spLocks noGrp="1"/>
          </p:cNvSpPr>
          <p:nvPr>
            <p:ph type="title"/>
          </p:nvPr>
        </p:nvSpPr>
        <p:spPr>
          <a:xfrm>
            <a:off x="457200" y="457200"/>
            <a:ext cx="11277599" cy="712379"/>
          </a:xfrm>
          <a:prstGeom prst="rect">
            <a:avLst/>
          </a:prstGeom>
        </p:spPr>
        <p:txBody>
          <a:bodyPr vert="horz" lIns="0" tIns="0" rIns="0" bIns="0" rtlCol="0" anchor="t">
            <a:normAutofit/>
          </a:bodyPr>
          <a:lstStyle/>
          <a:p>
            <a:r>
              <a:rPr lang="it-IT"/>
              <a:t>Fare clic per modificare lo stile del titolo dello schema</a:t>
            </a:r>
            <a:endParaRPr lang="en-US" dirty="0"/>
          </a:p>
        </p:txBody>
      </p:sp>
    </p:spTree>
    <p:extLst>
      <p:ext uri="{BB962C8B-B14F-4D97-AF65-F5344CB8AC3E}">
        <p14:creationId xmlns:p14="http://schemas.microsoft.com/office/powerpoint/2010/main" val="4030894136"/>
      </p:ext>
    </p:extLst>
  </p:cSld>
  <p:clrMap bg1="lt1" tx1="dk1" bg2="lt2" tx2="dk2" accent1="accent1" accent2="accent2" accent3="accent3" accent4="accent4" accent5="accent5" accent6="accent6" hlink="hlink" folHlink="folHlink"/>
  <p:sldLayoutIdLst>
    <p:sldLayoutId id="2147484540" r:id="rId1"/>
    <p:sldLayoutId id="2147484520" r:id="rId2"/>
    <p:sldLayoutId id="2147484536" r:id="rId3"/>
    <p:sldLayoutId id="2147484519" r:id="rId4"/>
    <p:sldLayoutId id="2147484539" r:id="rId5"/>
    <p:sldLayoutId id="2147484537" r:id="rId6"/>
    <p:sldLayoutId id="2147484542" r:id="rId7"/>
    <p:sldLayoutId id="2147484541" r:id="rId8"/>
  </p:sldLayoutIdLst>
  <p:hf sldNum="0" hdr="0" ftr="0" dt="0"/>
  <p:txStyles>
    <p:titleStyle>
      <a:lvl1pPr marL="0" indent="0" algn="l" defTabSz="914132" rtl="0" eaLnBrk="1" latinLnBrk="0" hangingPunct="1">
        <a:lnSpc>
          <a:spcPct val="90000"/>
        </a:lnSpc>
        <a:spcBef>
          <a:spcPct val="0"/>
        </a:spcBef>
        <a:buFont typeface="Arial" charset="0"/>
        <a:buNone/>
        <a:defRPr lang="en-US" sz="4400" b="1" i="0" kern="1200" spc="-100" baseline="0">
          <a:solidFill>
            <a:schemeClr val="bg1"/>
          </a:solidFill>
          <a:latin typeface="+mj-lt"/>
          <a:ea typeface="Segoe UI Semibold" charset="0"/>
          <a:cs typeface="Segoe UI Semibold" charset="0"/>
        </a:defRPr>
      </a:lvl1pPr>
    </p:titleStyle>
    <p:bodyStyle>
      <a:lvl1pPr marL="0" indent="0" algn="l" defTabSz="914132" rtl="0" eaLnBrk="1" latinLnBrk="0" hangingPunct="1">
        <a:lnSpc>
          <a:spcPct val="110000"/>
        </a:lnSpc>
        <a:spcBef>
          <a:spcPts val="1200"/>
        </a:spcBef>
        <a:spcAft>
          <a:spcPts val="600"/>
        </a:spcAft>
        <a:buClr>
          <a:schemeClr val="bg1"/>
        </a:buClr>
        <a:buSzPct val="120000"/>
        <a:buFontTx/>
        <a:buNone/>
        <a:defRPr lang="en-US" sz="2000" b="1" i="0" kern="1200" dirty="0" smtClean="0">
          <a:solidFill>
            <a:schemeClr val="accent2"/>
          </a:solidFill>
          <a:effectLst/>
          <a:latin typeface="Segoe UI Semibold"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18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600" b="0" i="0" kern="1200" dirty="0" smtClean="0">
          <a:solidFill>
            <a:schemeClr val="tx1"/>
          </a:solidFill>
          <a:effectLst/>
          <a:latin typeface="Segoe UI" charset="0"/>
          <a:ea typeface="Segoe UI" charset="0"/>
          <a:cs typeface="Segoe UI" charset="0"/>
        </a:defRPr>
      </a:lvl4pPr>
      <a:lvl5pPr marL="1254125" indent="-194310" algn="l" defTabSz="914132" rtl="0" eaLnBrk="1" latinLnBrk="0" hangingPunct="1">
        <a:lnSpc>
          <a:spcPct val="100000"/>
        </a:lnSpc>
        <a:spcBef>
          <a:spcPts val="500"/>
        </a:spcBef>
        <a:buClr>
          <a:schemeClr val="bg2"/>
        </a:buClr>
        <a:buFont typeface="Arial"/>
        <a:buChar char="•"/>
        <a:defRPr lang="en-US" sz="1400" b="0" i="0" kern="1200" dirty="0">
          <a:solidFill>
            <a:schemeClr val="tx1"/>
          </a:solidFill>
          <a:effectLst/>
          <a:latin typeface="Segoe UI" charset="0"/>
          <a:ea typeface="Segoe UI" charset="0"/>
          <a:cs typeface="Segoe UI" charset="0"/>
        </a:defRPr>
      </a:lvl5pPr>
      <a:lvl6pPr marL="1965221" indent="-228533" algn="l" defTabSz="914132" rtl="0" eaLnBrk="1" latinLnBrk="0" hangingPunct="1">
        <a:lnSpc>
          <a:spcPct val="110000"/>
        </a:lnSpc>
        <a:spcBef>
          <a:spcPts val="500"/>
        </a:spcBef>
        <a:buFont typeface="Arial" panose="020B0604020202020204" pitchFamily="34" charset="0"/>
        <a:buChar char="•"/>
        <a:defRPr sz="1200" b="0" i="0" kern="1200">
          <a:solidFill>
            <a:schemeClr val="tx1"/>
          </a:solidFill>
          <a:latin typeface="Segoe UI" charset="0"/>
          <a:ea typeface="Segoe UI" charset="0"/>
          <a:cs typeface="Segoe UI" charset="0"/>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14132" rtl="0" eaLnBrk="1" latinLnBrk="0" hangingPunct="1">
        <a:defRPr sz="1900" kern="1200">
          <a:solidFill>
            <a:schemeClr val="tx1"/>
          </a:solidFill>
          <a:latin typeface="+mn-lt"/>
          <a:ea typeface="+mn-ea"/>
          <a:cs typeface="+mn-cs"/>
        </a:defRPr>
      </a:lvl1pPr>
      <a:lvl2pPr marL="457065" algn="l" defTabSz="914132" rtl="0" eaLnBrk="1" latinLnBrk="0" hangingPunct="1">
        <a:defRPr sz="1900" kern="1200">
          <a:solidFill>
            <a:schemeClr val="tx1"/>
          </a:solidFill>
          <a:latin typeface="+mn-lt"/>
          <a:ea typeface="+mn-ea"/>
          <a:cs typeface="+mn-cs"/>
        </a:defRPr>
      </a:lvl2pPr>
      <a:lvl3pPr marL="914132" algn="l" defTabSz="914132" rtl="0" eaLnBrk="1" latinLnBrk="0" hangingPunct="1">
        <a:defRPr sz="1900" kern="1200">
          <a:solidFill>
            <a:schemeClr val="tx1"/>
          </a:solidFill>
          <a:latin typeface="+mn-lt"/>
          <a:ea typeface="+mn-ea"/>
          <a:cs typeface="+mn-cs"/>
        </a:defRPr>
      </a:lvl3pPr>
      <a:lvl4pPr marL="1371197" algn="l" defTabSz="914132" rtl="0" eaLnBrk="1" latinLnBrk="0" hangingPunct="1">
        <a:defRPr sz="1900" kern="1200">
          <a:solidFill>
            <a:schemeClr val="tx1"/>
          </a:solidFill>
          <a:latin typeface="+mn-lt"/>
          <a:ea typeface="+mn-ea"/>
          <a:cs typeface="+mn-cs"/>
        </a:defRPr>
      </a:lvl4pPr>
      <a:lvl5pPr marL="1828262" algn="l" defTabSz="914132" rtl="0" eaLnBrk="1" latinLnBrk="0" hangingPunct="1">
        <a:defRPr sz="1900" kern="1200">
          <a:solidFill>
            <a:schemeClr val="tx1"/>
          </a:solidFill>
          <a:latin typeface="+mn-lt"/>
          <a:ea typeface="+mn-ea"/>
          <a:cs typeface="+mn-cs"/>
        </a:defRPr>
      </a:lvl5pPr>
      <a:lvl6pPr marL="2285328" algn="l" defTabSz="914132" rtl="0" eaLnBrk="1" latinLnBrk="0" hangingPunct="1">
        <a:defRPr sz="1900" kern="1200">
          <a:solidFill>
            <a:schemeClr val="tx1"/>
          </a:solidFill>
          <a:latin typeface="+mn-lt"/>
          <a:ea typeface="+mn-ea"/>
          <a:cs typeface="+mn-cs"/>
        </a:defRPr>
      </a:lvl6pPr>
      <a:lvl7pPr marL="2742394" algn="l" defTabSz="914132" rtl="0" eaLnBrk="1" latinLnBrk="0" hangingPunct="1">
        <a:defRPr sz="1900" kern="1200">
          <a:solidFill>
            <a:schemeClr val="tx1"/>
          </a:solidFill>
          <a:latin typeface="+mn-lt"/>
          <a:ea typeface="+mn-ea"/>
          <a:cs typeface="+mn-cs"/>
        </a:defRPr>
      </a:lvl7pPr>
      <a:lvl8pPr marL="3199459" algn="l" defTabSz="914132" rtl="0" eaLnBrk="1" latinLnBrk="0" hangingPunct="1">
        <a:defRPr sz="1900" kern="1200">
          <a:solidFill>
            <a:schemeClr val="tx1"/>
          </a:solidFill>
          <a:latin typeface="+mn-lt"/>
          <a:ea typeface="+mn-ea"/>
          <a:cs typeface="+mn-cs"/>
        </a:defRPr>
      </a:lvl8pPr>
      <a:lvl9pPr marL="3656524" algn="l" defTabSz="914132" rtl="0" eaLnBrk="1" latinLnBrk="0" hangingPunct="1">
        <a:defRPr sz="19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p15:clr>
            <a:srgbClr val="C35EA4"/>
          </p15:clr>
        </p15:guide>
        <p15:guide id="2" pos="7392">
          <p15:clr>
            <a:srgbClr val="F26B43"/>
          </p15:clr>
        </p15:guide>
        <p15:guide id="3" orient="horz" pos="288">
          <p15:clr>
            <a:srgbClr val="F26B43"/>
          </p15:clr>
        </p15:guide>
        <p15:guide id="4" orient="horz" pos="3840">
          <p15:clr>
            <a:srgbClr val="F26B43"/>
          </p15:clr>
        </p15:guide>
        <p15:guide id="7" pos="744">
          <p15:clr>
            <a:srgbClr val="C35EA4"/>
          </p15:clr>
        </p15:guide>
        <p15:guide id="8" pos="1176">
          <p15:clr>
            <a:srgbClr val="C35EA4"/>
          </p15:clr>
        </p15:guide>
        <p15:guide id="10" pos="1632">
          <p15:clr>
            <a:srgbClr val="C35EA4"/>
          </p15:clr>
        </p15:guide>
        <p15:guide id="13" pos="2520">
          <p15:clr>
            <a:srgbClr val="C35EA4"/>
          </p15:clr>
        </p15:guide>
        <p15:guide id="15" pos="2952">
          <p15:clr>
            <a:srgbClr val="C35EA4"/>
          </p15:clr>
        </p15:guide>
        <p15:guide id="16" pos="3408">
          <p15:clr>
            <a:srgbClr val="C35EA4"/>
          </p15:clr>
        </p15:guide>
        <p15:guide id="20" pos="4296">
          <p15:clr>
            <a:srgbClr val="C35EA4"/>
          </p15:clr>
        </p15:guide>
        <p15:guide id="22" pos="4728">
          <p15:clr>
            <a:srgbClr val="C35EA4"/>
          </p15:clr>
        </p15:guide>
        <p15:guide id="23" pos="5184">
          <p15:clr>
            <a:srgbClr val="C35EA4"/>
          </p15:clr>
        </p15:guide>
        <p15:guide id="24" pos="5616">
          <p15:clr>
            <a:srgbClr val="C35EA4"/>
          </p15:clr>
        </p15:guide>
        <p15:guide id="25" pos="6048">
          <p15:clr>
            <a:srgbClr val="C35EA4"/>
          </p15:clr>
        </p15:guide>
        <p15:guide id="28" pos="6504">
          <p15:clr>
            <a:srgbClr val="C35EA4"/>
          </p15:clr>
        </p15:guide>
        <p15:guide id="30" pos="6936">
          <p15:clr>
            <a:srgbClr val="C35EA4"/>
          </p15:clr>
        </p15:guide>
        <p15:guide id="32" pos="2064">
          <p15:clr>
            <a:srgbClr val="C35EA4"/>
          </p15:clr>
        </p15:guide>
        <p15:guide id="33" pos="3840">
          <p15:clr>
            <a:srgbClr val="C35EA4"/>
          </p15:clr>
        </p15:guide>
        <p15:guide id="38" orient="horz" pos="744">
          <p15:clr>
            <a:srgbClr val="F26B43"/>
          </p15:clr>
        </p15:guide>
        <p15:guide id="40" orient="horz" pos="1176">
          <p15:clr>
            <a:srgbClr val="F26B43"/>
          </p15:clr>
        </p15:guide>
        <p15:guide id="41" orient="horz" pos="1632">
          <p15:clr>
            <a:srgbClr val="F26B43"/>
          </p15:clr>
        </p15:guide>
        <p15:guide id="42" orient="horz" pos="2064">
          <p15:clr>
            <a:srgbClr val="F26B43"/>
          </p15:clr>
        </p15:guide>
        <p15:guide id="45" orient="horz" pos="2520">
          <p15:clr>
            <a:srgbClr val="F26B43"/>
          </p15:clr>
        </p15:guide>
        <p15:guide id="46" orient="horz" pos="2952">
          <p15:clr>
            <a:srgbClr val="F26B43"/>
          </p15:clr>
        </p15:guide>
        <p15:guide id="47" orient="horz" pos="4272">
          <p15:clr>
            <a:srgbClr val="F26B43"/>
          </p15:clr>
        </p15:guide>
        <p15:guide id="48" orient="horz" pos="3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p:txBody>
          <a:bodyPr/>
          <a:lstStyle/>
          <a:p>
            <a:r>
              <a:t>Session Banner - L’agente è solo la punta del prompt (ma l’intelligenza è nel processo)</a:t>
            </a:r>
          </a:p>
        </p:txBody>
      </p:sp>
      <p:sp>
        <p:nvSpPr>
          <p:cNvPr id="3" name="Text Placeholder 2"/>
          <p:cNvSpPr>
            <a:spLocks noGrp="1"/>
          </p:cNvSpPr>
          <p:nvPr>
            <p:ph type="body" sz="quarter" idx="11"/>
          </p:nvPr>
        </p:nvSpPr>
        <p:spPr/>
        <p:txBody>
          <a:bodyPr/>
          <a:lstStyle/>
          <a:p>
            <a:endParaRPr/>
          </a:p>
        </p:txBody>
      </p:sp>
      <p:pic>
        <p:nvPicPr>
          <p:cNvPr id="4" name="Banner for L’agente è solo la punta del prompt (ma l’intelligenza è nel processo) by Luca Malinverno, Giuseppe Sinatra" descr="1049163.jpe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L’agente è solo la punta del prompt (ma l’intelligenza è nel processo)</a:t>
            </a:r>
          </a:p>
        </p:txBody>
      </p:sp>
      <p:sp>
        <p:nvSpPr>
          <p:cNvPr id="3" name="Speaker Information"/>
          <p:cNvSpPr>
            <a:spLocks noGrp="1"/>
          </p:cNvSpPr>
          <p:nvPr>
            <p:ph type="body" sz="quarter" idx="11"/>
          </p:nvPr>
        </p:nvSpPr>
        <p:spPr/>
        <p:txBody>
          <a:bodyPr/>
          <a:lstStyle/>
          <a:p>
            <a:r>
              <a:t>Presented by: Luca Malinverno, Giuseppe Sinatra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in Session Title"/>
          <p:cNvSpPr>
            <a:spLocks noGrp="1"/>
          </p:cNvSpPr>
          <p:nvPr>
            <p:ph type="title"/>
          </p:nvPr>
        </p:nvSpPr>
        <p:spPr/>
        <p:txBody>
          <a:bodyPr/>
          <a:lstStyle/>
          <a:p>
            <a:r>
              <a:t>L’agente è solo la punta del prompt (ma l’intelligenza è nel processo)</a:t>
            </a:r>
          </a:p>
        </p:txBody>
      </p:sp>
      <p:sp>
        <p:nvSpPr>
          <p:cNvPr id="3" name="Detailed Speaker Information"/>
          <p:cNvSpPr>
            <a:spLocks noGrp="1"/>
          </p:cNvSpPr>
          <p:nvPr>
            <p:ph type="body" sz="quarter" idx="11"/>
          </p:nvPr>
        </p:nvSpPr>
        <p:spPr/>
        <p:txBody>
          <a:bodyPr/>
          <a:lstStyle/>
          <a:p>
            <a:r>
              <a:t>Speaker(s): Luca Malinverno; Giuseppe Sinatra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mo Section Title"/>
          <p:cNvSpPr>
            <a:spLocks noGrp="1"/>
          </p:cNvSpPr>
          <p:nvPr>
            <p:ph type="title"/>
          </p:nvPr>
        </p:nvSpPr>
        <p:spPr/>
        <p:txBody>
          <a:bodyPr/>
          <a:lstStyle/>
          <a:p>
            <a:r>
              <a:t>Demo: L’agente è solo la punta del prompt (ma l’intelligenza è nel processo)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oting Call to Action"/>
          <p:cNvSpPr>
            <a:spLocks noGrp="1"/>
          </p:cNvSpPr>
          <p:nvPr>
            <p:ph type="title"/>
          </p:nvPr>
        </p:nvSpPr>
        <p:spPr/>
        <p:txBody>
          <a:bodyPr/>
          <a:lstStyle/>
          <a:p>
            <a:r>
              <a:t>Please Vote for This Session</a:t>
            </a:r>
          </a:p>
        </p:txBody>
      </p:sp>
      <p:pic>
        <p:nvPicPr>
          <p:cNvPr id="3" name="QR Code for voting on L’agente è solo la punta del prompt (ma l’intelligenza è nel processo)" descr="temp_voteQr.png"/>
          <p:cNvPicPr>
            <a:picLocks noGrp="1" noChangeAspect="1"/>
          </p:cNvPicPr>
          <p:nvPr>
            <p:ph type="pic" idx="1"/>
          </p:nvPr>
        </p:nvPicPr>
        <p:blipFill>
          <a:blip r:embed="rId3"/>
          <a:srcRect t="3514" b="3514"/>
          <a:stretch>
            <a:fillRect/>
          </a:stretch>
        </p:blipFill>
        <p:spPr/>
      </p:pic>
      <p:sp>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L’agente è solo la punta del prompt (ma l’intelligenza è nel processo)</a:t>
            </a:r>
          </a:p>
        </p:txBody>
      </p:sp>
    </p:spTree>
  </p:cSld>
  <p:clrMapOvr>
    <a:masterClrMapping/>
  </p:clrMapOvr>
</p:sld>
</file>

<file path=ppt/theme/theme1.xml><?xml version="1.0" encoding="utf-8"?>
<a:theme xmlns:a="http://schemas.openxmlformats.org/drawingml/2006/main" name="Azure Dev Titles and Headers - 2018H2">
  <a:themeElements>
    <a:clrScheme name="AI Day 19">
      <a:dk1>
        <a:srgbClr val="FFFFFF"/>
      </a:dk1>
      <a:lt1>
        <a:srgbClr val="FF6A00"/>
      </a:lt1>
      <a:dk2>
        <a:srgbClr val="F2F2F2"/>
      </a:dk2>
      <a:lt2>
        <a:srgbClr val="AEAEAE"/>
      </a:lt2>
      <a:accent1>
        <a:srgbClr val="FF6A00"/>
      </a:accent1>
      <a:accent2>
        <a:srgbClr val="E66400"/>
      </a:accent2>
      <a:accent3>
        <a:srgbClr val="7F7F7F"/>
      </a:accent3>
      <a:accent4>
        <a:srgbClr val="000000"/>
      </a:accent4>
      <a:accent5>
        <a:srgbClr val="E9E9E9"/>
      </a:accent5>
      <a:accent6>
        <a:srgbClr val="AEAEAE"/>
      </a:accent6>
      <a:hlink>
        <a:srgbClr val="FF6A00"/>
      </a:hlink>
      <a:folHlink>
        <a:srgbClr val="FF6A00"/>
      </a:folHlink>
    </a:clrScheme>
    <a:fontScheme name="AI Day 19">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txDef>
      <a:spPr/>
      <a:bodyPr lIns="0" tIns="0" rIns="0" bIns="0" anchor="t" anchorCtr="0"/>
      <a:lstStyle>
        <a:defPPr>
          <a:defRPr smtClean="0"/>
        </a:defPPr>
      </a:lstStyle>
    </a:txDef>
  </a:objectDefaults>
  <a:extraClrSchemeLst/>
  <a:extLst>
    <a:ext uri="{05A4C25C-085E-4340-85A3-A5531E510DB2}">
      <thm15:themeFamily xmlns:thm15="http://schemas.microsoft.com/office/thememl/2012/main" name="Presentation1" id="{7585458D-29B4-46BB-AD7F-499F1F0F7F89}" vid="{CCBDB362-ACBD-46EB-887A-B1EEC379F3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ef5da91-0831-42fa-860c-d84acea2b669" xsi:nil="true"/>
    <lcf76f155ced4ddcb4097134ff3c332f xmlns="d8121912-130d-4688-8a96-8cf2c237709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3" ma:contentTypeDescription="Creare un nuovo documento." ma:contentTypeScope="" ma:versionID="f7092a640f78ea4a58c542758a2087a9">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cc30157f59582ac7f31f7a07f398939"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B70D356-E601-4D10-90F6-536FDCA3FCED}">
  <ds:schemaRefs>
    <ds:schemaRef ds:uri="http://schemas.microsoft.com/office/2006/documentManagement/types"/>
    <ds:schemaRef ds:uri="http://purl.org/dc/dcmitype/"/>
    <ds:schemaRef ds:uri="d8121912-130d-4688-8a96-8cf2c237709c"/>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cef5da91-0831-42fa-860c-d84acea2b669"/>
    <ds:schemaRef ds:uri="http://purl.org/dc/terms/"/>
    <ds:schemaRef ds:uri="http://purl.org/dc/elements/1.1/"/>
  </ds:schemaRefs>
</ds:datastoreItem>
</file>

<file path=customXml/itemProps2.xml><?xml version="1.0" encoding="utf-8"?>
<ds:datastoreItem xmlns:ds="http://schemas.openxmlformats.org/officeDocument/2006/customXml" ds:itemID="{9EE36A17-D9AB-4D93-B5BE-BA9ADC192F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85C8949-12A8-4D3A-8B80-D82110DA804F}">
  <ds:schemaRefs>
    <ds:schemaRef ds:uri="http://schemas.microsoft.com/sharepoint/v3/contenttype/forms"/>
  </ds:schemaRefs>
</ds:datastoreItem>
</file>

<file path=docMetadata/LabelInfo.xml><?xml version="1.0" encoding="utf-8"?>
<clbl:labelList xmlns:clbl="http://schemas.microsoft.com/office/2020/mipLabelMetadata">
  <clbl:label id="{5fae8262-b78e-4366-8929-a5d6aac95320}" enabled="1" method="Standard" siteId="{cf36141c-ddd7-45a7-b073-111f66d0b30c}" contentBits="0" removed="0"/>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AIDay19</Template>
  <TotalTime>0</TotalTime>
  <Words>385</Words>
  <Application>Microsoft Office PowerPoint</Application>
  <PresentationFormat>Widescreen</PresentationFormat>
  <Paragraphs>17</Paragraphs>
  <Slides>7</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Consolas</vt:lpstr>
      <vt:lpstr>Segoe UI</vt:lpstr>
      <vt:lpstr>Segoe UI Semibold</vt:lpstr>
      <vt:lpstr>Verdana</vt:lpstr>
      <vt:lpstr>Azure Dev Titles and Headers - 2018H2</vt:lpstr>
      <vt:lpstr>Session Banner - L’agente è solo la punta del prompt (ma l’intelligenza è nel processo)</vt:lpstr>
      <vt:lpstr>L’agente è solo la punta del prompt (ma l’intelligenza è nel processo)</vt:lpstr>
      <vt:lpstr>Event Sponsors</vt:lpstr>
      <vt:lpstr>L’agente è solo la punta del prompt (ma l’intelligenza è nel processo)</vt:lpstr>
      <vt:lpstr>Demo: L’agente è solo la punta del prompt (ma l’intelligenza è nel processo)</vt:lpstr>
      <vt:lpstr>Questions &amp; Discussion</vt:lpstr>
      <vt:lpstr>Please Vote for This Session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L’agente è solo la punta del prompt (ma l’intelligenza è nel processo)</dc:title>
  <dc:subject>Conference session: L’agente è solo la punta del prompt (ma l’intelligenza è nel processo)</dc:subject>
  <dc:creator/>
  <cp:keywords/>
  <dc:description>Version 1.0a</dc:description>
  <cp:lastModifiedBy/>
  <cp:revision>2</cp:revision>
  <dcterms:created xsi:type="dcterms:W3CDTF">2019-09-06T12:42:37Z</dcterms:created>
  <dcterms:modified xsi:type="dcterms:W3CDTF">2025-10-13T21:15:00Z</dcterms:modified>
  <cp:category>Azure Developer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0x010100FD6131E5EFD16140B6B7F4892B3B1EDF</vt:lpwstr>
  </property>
  <property fmtid="{D5CDD505-2E9C-101B-9397-08002B2CF9AE}" pid="3" name="_dlc_DocIdItemGuid">
    <vt:lpwstr>5c666594-0833-4b9d-a1f0-8c3737583105</vt:lpwstr>
  </property>
  <property fmtid="{D5CDD505-2E9C-101B-9397-08002B2CF9AE}" pid="4" name="MSIP_Label_87867195-f2b8-4ac2-b0b6-6bb73cb33afc_Enabled">
    <vt:lpwstr>True</vt:lpwstr>
  </property>
  <property fmtid="{D5CDD505-2E9C-101B-9397-08002B2CF9AE}" pid="5" name="MSIP_Label_87867195-f2b8-4ac2-b0b6-6bb73cb33afc_SiteId">
    <vt:lpwstr>72f988bf-86f1-41af-91ab-2d7cd011db47</vt:lpwstr>
  </property>
  <property fmtid="{D5CDD505-2E9C-101B-9397-08002B2CF9AE}" pid="6" name="MSIP_Label_87867195-f2b8-4ac2-b0b6-6bb73cb33afc_Owner">
    <vt:lpwstr>cliffsim@microsoft.com</vt:lpwstr>
  </property>
  <property fmtid="{D5CDD505-2E9C-101B-9397-08002B2CF9AE}" pid="7" name="MSIP_Label_87867195-f2b8-4ac2-b0b6-6bb73cb33afc_SetDate">
    <vt:lpwstr>2018-03-09T21:22:51.4106408Z</vt:lpwstr>
  </property>
  <property fmtid="{D5CDD505-2E9C-101B-9397-08002B2CF9AE}" pid="8" name="MSIP_Label_87867195-f2b8-4ac2-b0b6-6bb73cb33afc_Name">
    <vt:lpwstr>Public</vt:lpwstr>
  </property>
  <property fmtid="{D5CDD505-2E9C-101B-9397-08002B2CF9AE}" pid="9" name="MSIP_Label_87867195-f2b8-4ac2-b0b6-6bb73cb33afc_Application">
    <vt:lpwstr>Microsoft Azure Information Protection</vt:lpwstr>
  </property>
  <property fmtid="{D5CDD505-2E9C-101B-9397-08002B2CF9AE}" pid="10" name="MSIP_Label_87867195-f2b8-4ac2-b0b6-6bb73cb33afc_Extended_MSFT_Method">
    <vt:lpwstr>Manual</vt:lpwstr>
  </property>
  <property fmtid="{D5CDD505-2E9C-101B-9397-08002B2CF9AE}" pid="11" name="Sensitivity">
    <vt:lpwstr>Public</vt:lpwstr>
  </property>
  <property fmtid="{D5CDD505-2E9C-101B-9397-08002B2CF9AE}" pid="12" name="MediaServiceImageTags">
    <vt:lpwstr/>
  </property>
</Properties>
</file>