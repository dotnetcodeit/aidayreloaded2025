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'AI@YourService'. The session is presented by: Mirko Venditti, Francesca Venditti.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'AI@YourService'. Presented by: Mirko Venditti, Francesca Venditti.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'AI@YourService'. Session description: Quando l’intelligenza artificiale supporta il customer service: dal messaggio al ticket, fino alla risoluzione._x000D_</a:t>
            </a:r>
          </a:p>
          <a:p>
            <a:r>
              <a:t>In un mondo in cui le interazioni con i clienti diventano sempre più complesse e immedi....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'AI@YourService'.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'AI@YourService'.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'AI@YourService'. Ask audience to scan the QR code or visit https://vote.dotnetdev.it/vote/lp0trhq1/1055531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AI@YourService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AI@YourService by Mirko Venditti, Francesca Venditti" descr="105553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AI@YourService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Mirko Venditti, Francesca Venditti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AI@YourService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Mirko Venditti; Francesca Venditti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AI@YourService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I@YourServic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AI@YourService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274</Words>
  <Application>Microsoft Office PowerPoint</Application>
  <PresentationFormat>Widescreen</PresentationFormat>
  <Paragraphs>18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AI@YourService</vt:lpstr>
      <vt:lpstr>AI@YourService</vt:lpstr>
      <vt:lpstr>Event Sponsors</vt:lpstr>
      <vt:lpstr>AI@YourService</vt:lpstr>
      <vt:lpstr>Demo: AI@YourService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AI@YourService</dc:title>
  <dc:subject>Conference session: AI@YourService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2025-10-13T21:14:11Z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