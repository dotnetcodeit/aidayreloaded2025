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477" r:id="rId4"/>
  </p:sldMasterIdLst>
  <p:notesMasterIdLst>
    <p:notesMasterId r:id="rId16"/>
  </p:notesMasterIdLst>
  <p:handoutMasterIdLst>
    <p:handoutMasterId r:id="rId17"/>
  </p:handoutMasterIdLst>
  <p:sldIdLst>
    <p:sldId id="257" r:id="rId5"/>
    <p:sldId id="2147474682" r:id="rId6"/>
    <p:sldId id="2147474681" r:id="rId7"/>
    <p:sldId id="258" r:id="rId8"/>
    <p:sldId id="2147474673" r:id="rId9"/>
    <p:sldId id="2147474674" r:id="rId10"/>
    <p:sldId id="2147474676" r:id="rId11"/>
    <p:sldId id="2147474675" r:id="rId12"/>
    <p:sldId id="2147474679" r:id="rId13"/>
    <p:sldId id="2147474680" r:id="rId14"/>
    <p:sldId id="2147474678" r:id="rId15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mple" id="{FD3DCCE1-4FC1-4C57-BF51-9F55AAF3629A}">
          <p14:sldIdLst>
            <p14:sldId id="257"/>
            <p14:sldId id="2147474682"/>
            <p14:sldId id="2147474681"/>
            <p14:sldId id="258"/>
            <p14:sldId id="2147474673"/>
            <p14:sldId id="2147474674"/>
            <p14:sldId id="2147474676"/>
            <p14:sldId id="2147474675"/>
            <p14:sldId id="2147474679"/>
            <p14:sldId id="2147474680"/>
            <p14:sldId id="2147474678"/>
          </p14:sldIdLst>
        </p14:section>
      </p14:sectionLst>
    </p:ext>
    <p:ext uri="{EFAFB233-063F-42B5-8137-9DF3F51BA10A}">
      <p15:sldGuideLst xmlns:p15="http://schemas.microsoft.com/office/powerpoint/2012/main">
        <p15:guide id="19" orient="horz" userDrawn="1">
          <p15:clr>
            <a:srgbClr val="A4A3A4"/>
          </p15:clr>
        </p15:guide>
        <p15:guide id="20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6A00"/>
    <a:srgbClr val="414241"/>
    <a:srgbClr val="B4009E"/>
    <a:srgbClr val="0478D7"/>
    <a:srgbClr val="0359A0"/>
    <a:srgbClr val="95CFFF"/>
    <a:srgbClr val="797979"/>
    <a:srgbClr val="94D0FF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59" autoAdjust="0"/>
    <p:restoredTop sz="96301" autoAdjust="0"/>
  </p:normalViewPr>
  <p:slideViewPr>
    <p:cSldViewPr snapToGrid="0">
      <p:cViewPr varScale="1">
        <p:scale>
          <a:sx n="170" d="100"/>
          <a:sy n="170" d="100"/>
        </p:scale>
        <p:origin x="912" y="176"/>
      </p:cViewPr>
      <p:guideLst>
        <p:guide orient="horz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6468" y="9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'An introduction on Schema Guided Reasoning in Semantic Kernel'. Presented by: Gian Maria Ricci.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48A8-EBE7-8BA4-2CCB-59D841EB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B2A44-4C23-E87A-50A2-28EDD4689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4D43E-18A6-A735-CE02-A1A8F177D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'An introduction on Schema Guided Reasoning in Semantic Kernel'. Presented by: Gian Maria Ricci. Use this slide to introduce the session topic.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A42A1-D998-DD88-CD99-9A513A86F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65265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3555271" y="856081"/>
            <a:ext cx="5112924" cy="32405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342900" y="116565"/>
            <a:ext cx="1785455" cy="10521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BC009E-6413-5447-CB90-2F4F5680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8355" y="1392381"/>
            <a:ext cx="6672745" cy="218901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0C2A34A7-03FD-D782-6FE5-7A05557C1C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28354" y="3581400"/>
            <a:ext cx="6672744" cy="3881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5pPr>
              <a:defRPr/>
            </a:lvl5pPr>
          </a:lstStyle>
          <a:p>
            <a:pPr lvl="0"/>
            <a:r>
              <a:rPr lang="it-IT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4382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1925601" y="312392"/>
            <a:ext cx="5035732" cy="47788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77781" y="72478"/>
            <a:ext cx="1163785" cy="6858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3220885" y="276956"/>
            <a:ext cx="2630528" cy="369332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3556097" y="2701832"/>
            <a:ext cx="2031005" cy="369332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814" y="4505856"/>
            <a:ext cx="1334821" cy="28667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324536" y="463691"/>
            <a:ext cx="173428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6045976" y="463691"/>
            <a:ext cx="309802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2916765"/>
            <a:ext cx="336848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5775511" y="2922239"/>
            <a:ext cx="336848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1" y="4064625"/>
            <a:ext cx="3108638" cy="172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5791" y="4064625"/>
            <a:ext cx="3048209" cy="172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847" y="523278"/>
            <a:ext cx="2937740" cy="1309886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4246865" y="4289044"/>
            <a:ext cx="970599" cy="72249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3248572" y="3879959"/>
            <a:ext cx="2727926" cy="369332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688" y="4399637"/>
            <a:ext cx="603828" cy="603828"/>
          </a:xfrm>
          <a:prstGeom prst="rect">
            <a:avLst/>
          </a:prstGeom>
        </p:spPr>
      </p:pic>
      <p:pic>
        <p:nvPicPr>
          <p:cNvPr id="2052" name="Picture 4" descr="Unikey">
            <a:extLst>
              <a:ext uri="{FF2B5EF4-FFF2-40B4-BE49-F238E27FC236}">
                <a16:creationId xmlns:a16="http://schemas.microsoft.com/office/drawing/2014/main" id="{CEE9AC16-E792-CA2E-ED1E-34705EEAFA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831" y="3066999"/>
            <a:ext cx="1563773" cy="78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299" y="2886498"/>
            <a:ext cx="2031806" cy="1142891"/>
          </a:xfrm>
          <a:prstGeom prst="rect">
            <a:avLst/>
          </a:prstGeom>
        </p:spPr>
      </p:pic>
      <p:pic>
        <p:nvPicPr>
          <p:cNvPr id="1026" name="Picture 2" descr="Key2">
            <a:extLst>
              <a:ext uri="{FF2B5EF4-FFF2-40B4-BE49-F238E27FC236}">
                <a16:creationId xmlns:a16="http://schemas.microsoft.com/office/drawing/2014/main" id="{2D71F549-D090-C5F2-F4AA-2C3629393C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94" y="3127835"/>
            <a:ext cx="1331642" cy="66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477" y="1742047"/>
            <a:ext cx="2240830" cy="703220"/>
          </a:xfrm>
          <a:prstGeom prst="rect">
            <a:avLst/>
          </a:prstGeom>
        </p:spPr>
      </p:pic>
      <p:pic>
        <p:nvPicPr>
          <p:cNvPr id="1036" name="Picture 12" descr="Relatech">
            <a:extLst>
              <a:ext uri="{FF2B5EF4-FFF2-40B4-BE49-F238E27FC236}">
                <a16:creationId xmlns:a16="http://schemas.microsoft.com/office/drawing/2014/main" id="{629FB6AC-42B0-81ED-ED0F-EC59742A8B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695" y="1253932"/>
            <a:ext cx="2809497" cy="1404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D2AFA6-5547-7972-DB40-CBF30DAE4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366" y="-2443260"/>
            <a:ext cx="8458199" cy="534284"/>
          </a:xfrm>
        </p:spPr>
        <p:txBody>
          <a:bodyPr>
            <a:normAutofit/>
          </a:bodyPr>
          <a:lstStyle>
            <a:lvl1pPr marL="0" marR="0" indent="0" algn="l" defTabSz="68559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it-IT" b="0" smtClean="0">
                <a:effectLst/>
              </a:defRPr>
            </a:lvl1pPr>
          </a:lstStyle>
          <a:p>
            <a:pPr marL="0" marR="0" lvl="0" indent="0" algn="l" defTabSz="68559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it-IT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sponsor</a:t>
            </a:r>
            <a:br>
              <a:rPr lang="it-IT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3811088" y="84867"/>
            <a:ext cx="5035732" cy="47788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7788731" y="4319135"/>
            <a:ext cx="1163785" cy="6858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941" y="258730"/>
            <a:ext cx="8259122" cy="76781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33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268941" y="1290918"/>
            <a:ext cx="8259122" cy="3402106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342836" indent="-342836">
              <a:buFont typeface="+mj-lt"/>
              <a:buNone/>
              <a:tabLst>
                <a:tab pos="1371600" algn="l"/>
              </a:tabLst>
              <a:defRPr sz="24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84259" y="4657677"/>
            <a:ext cx="4301656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685566">
              <a:defRPr/>
            </a:pPr>
            <a:r>
              <a:rPr lang="en-US" sz="75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56753" y="1588294"/>
            <a:ext cx="2327567" cy="13716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3659233" y="246519"/>
            <a:ext cx="5035732" cy="4778878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484320" y="246520"/>
            <a:ext cx="6316780" cy="4778877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1464A-95D1-E772-B079-B2A0D62E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53" y="-2493344"/>
            <a:ext cx="8458199" cy="534284"/>
          </a:xfrm>
        </p:spPr>
        <p:txBody>
          <a:bodyPr>
            <a:normAutofit/>
          </a:bodyPr>
          <a:lstStyle>
            <a:lvl1pPr>
              <a:defRPr sz="15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bg>
      <p:bgPr>
        <a:solidFill>
          <a:srgbClr val="FF6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3642905" y="182311"/>
            <a:ext cx="5035732" cy="4778878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2165169"/>
            <a:ext cx="8458199" cy="534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453" y="3939402"/>
            <a:ext cx="1204099" cy="120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8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3811088" y="84867"/>
            <a:ext cx="5035732" cy="47788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97417" y="109801"/>
            <a:ext cx="814650" cy="4800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348240" y="1291576"/>
            <a:ext cx="4157393" cy="2560346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108" y="-677636"/>
            <a:ext cx="8458199" cy="534284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-2155031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36C5D48-FBD2-2D12-DE75-A8A1CBD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3811088" y="84867"/>
            <a:ext cx="5035732" cy="47788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C72918-E10F-3A35-CA7D-06EAE076B6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97417" y="109801"/>
            <a:ext cx="814650" cy="480060"/>
          </a:xfrm>
          <a:prstGeom prst="rect">
            <a:avLst/>
          </a:prstGeom>
        </p:spPr>
      </p:pic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96051" y="1566939"/>
            <a:ext cx="1951892" cy="18147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1919467" y="3964075"/>
            <a:ext cx="5305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</p:spTree>
    <p:extLst>
      <p:ext uri="{BB962C8B-B14F-4D97-AF65-F5344CB8AC3E}">
        <p14:creationId xmlns:p14="http://schemas.microsoft.com/office/powerpoint/2010/main" val="274705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3811088" y="84867"/>
            <a:ext cx="5035732" cy="47788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97417" y="109801"/>
            <a:ext cx="814650" cy="480060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108" y="-677636"/>
            <a:ext cx="8458199" cy="534284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ACD957-33F5-C66C-74A4-90216823CD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06369" y="1190159"/>
            <a:ext cx="2475310" cy="2445544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447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42900" y="1141368"/>
            <a:ext cx="8458200" cy="32820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42901" y="342901"/>
            <a:ext cx="8458199" cy="53428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20" r:id="rId2"/>
    <p:sldLayoutId id="2147484536" r:id="rId3"/>
    <p:sldLayoutId id="2147484519" r:id="rId4"/>
    <p:sldLayoutId id="2147484539" r:id="rId5"/>
    <p:sldLayoutId id="2147484537" r:id="rId6"/>
    <p:sldLayoutId id="2147484542" r:id="rId7"/>
    <p:sldLayoutId id="2147484541" r:id="rId8"/>
  </p:sldLayoutIdLst>
  <p:hf sldNum="0" hdr="0" ftr="0" dt="0"/>
  <p:txStyles>
    <p:titleStyle>
      <a:lvl1pPr marL="0" indent="0" algn="l" defTabSz="685599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3300" b="1" i="0" kern="1200" spc="-75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685599" rtl="0" eaLnBrk="1" latinLnBrk="0" hangingPunct="1">
        <a:lnSpc>
          <a:spcPct val="110000"/>
        </a:lnSpc>
        <a:spcBef>
          <a:spcPts val="900"/>
        </a:spcBef>
        <a:spcAft>
          <a:spcPts val="450"/>
        </a:spcAft>
        <a:buClr>
          <a:schemeClr val="bg1"/>
        </a:buClr>
        <a:buSzPct val="120000"/>
        <a:buFontTx/>
        <a:buNone/>
        <a:defRPr lang="en-US" sz="15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685599" rtl="0" eaLnBrk="1" latinLnBrk="0" hangingPunct="1">
        <a:lnSpc>
          <a:spcPct val="110000"/>
        </a:lnSpc>
        <a:spcBef>
          <a:spcPts val="0"/>
        </a:spcBef>
        <a:spcAft>
          <a:spcPts val="450"/>
        </a:spcAft>
        <a:buClrTx/>
        <a:buSzPct val="110000"/>
        <a:buFont typeface="Arial" charset="0"/>
        <a:buNone/>
        <a:defRPr lang="en-US" sz="15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16694" indent="-166688" algn="l" defTabSz="685599" rtl="0" eaLnBrk="1" latinLnBrk="0" hangingPunct="1">
        <a:lnSpc>
          <a:spcPct val="110000"/>
        </a:lnSpc>
        <a:spcBef>
          <a:spcPts val="0"/>
        </a:spcBef>
        <a:spcAft>
          <a:spcPts val="450"/>
        </a:spcAft>
        <a:buClrTx/>
        <a:buSzPct val="120000"/>
        <a:buFont typeface="Arial" charset="0"/>
        <a:buChar char="•"/>
        <a:defRPr lang="en-US" sz="135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473869" indent="-137160" algn="l" defTabSz="685599" rtl="0" eaLnBrk="1" latinLnBrk="0" hangingPunct="1">
        <a:lnSpc>
          <a:spcPct val="110000"/>
        </a:lnSpc>
        <a:spcBef>
          <a:spcPts val="0"/>
        </a:spcBef>
        <a:spcAft>
          <a:spcPts val="450"/>
        </a:spcAft>
        <a:buClrTx/>
        <a:buFont typeface="Arial" charset="0"/>
        <a:buChar char="•"/>
        <a:tabLst/>
        <a:defRPr lang="en-US" sz="12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940594" indent="-145733" algn="l" defTabSz="685599" rtl="0" eaLnBrk="1" latinLnBrk="0" hangingPunct="1">
        <a:lnSpc>
          <a:spcPct val="100000"/>
        </a:lnSpc>
        <a:spcBef>
          <a:spcPts val="375"/>
        </a:spcBef>
        <a:buClr>
          <a:schemeClr val="bg2"/>
        </a:buClr>
        <a:buFont typeface="Arial"/>
        <a:buChar char="•"/>
        <a:defRPr lang="en-US" sz="105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473916" indent="-171400" algn="l" defTabSz="685599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228195" indent="-171400" algn="l" defTabSz="68559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7pPr>
      <a:lvl8pPr marL="2570994" indent="-171400" algn="l" defTabSz="68559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8pPr>
      <a:lvl9pPr marL="2913793" indent="-171400" algn="l" defTabSz="68559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599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1pPr>
      <a:lvl2pPr marL="342799" algn="l" defTabSz="685599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2pPr>
      <a:lvl3pPr marL="685599" algn="l" defTabSz="685599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3pPr>
      <a:lvl4pPr marL="1028398" algn="l" defTabSz="685599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4pPr>
      <a:lvl5pPr marL="1371197" algn="l" defTabSz="685599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5pPr>
      <a:lvl6pPr marL="1713996" algn="l" defTabSz="685599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6pPr>
      <a:lvl7pPr marL="2056796" algn="l" defTabSz="685599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7pPr>
      <a:lvl8pPr marL="2399594" algn="l" defTabSz="685599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8pPr>
      <a:lvl9pPr marL="2742393" algn="l" defTabSz="685599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 userDrawn="1">
          <p15:clr>
            <a:srgbClr val="C35EA4"/>
          </p15:clr>
        </p15:guide>
        <p15:guide id="2" pos="5544" userDrawn="1">
          <p15:clr>
            <a:srgbClr val="F26B43"/>
          </p15:clr>
        </p15:guide>
        <p15:guide id="3" orient="horz" pos="216" userDrawn="1">
          <p15:clr>
            <a:srgbClr val="F26B43"/>
          </p15:clr>
        </p15:guide>
        <p15:guide id="4" orient="horz" pos="2880" userDrawn="1">
          <p15:clr>
            <a:srgbClr val="F26B43"/>
          </p15:clr>
        </p15:guide>
        <p15:guide id="7" pos="558" userDrawn="1">
          <p15:clr>
            <a:srgbClr val="C35EA4"/>
          </p15:clr>
        </p15:guide>
        <p15:guide id="8" pos="882" userDrawn="1">
          <p15:clr>
            <a:srgbClr val="C35EA4"/>
          </p15:clr>
        </p15:guide>
        <p15:guide id="10" pos="1224" userDrawn="1">
          <p15:clr>
            <a:srgbClr val="C35EA4"/>
          </p15:clr>
        </p15:guide>
        <p15:guide id="13" pos="1890" userDrawn="1">
          <p15:clr>
            <a:srgbClr val="C35EA4"/>
          </p15:clr>
        </p15:guide>
        <p15:guide id="15" pos="2214" userDrawn="1">
          <p15:clr>
            <a:srgbClr val="C35EA4"/>
          </p15:clr>
        </p15:guide>
        <p15:guide id="16" pos="2556" userDrawn="1">
          <p15:clr>
            <a:srgbClr val="C35EA4"/>
          </p15:clr>
        </p15:guide>
        <p15:guide id="20" pos="3222" userDrawn="1">
          <p15:clr>
            <a:srgbClr val="C35EA4"/>
          </p15:clr>
        </p15:guide>
        <p15:guide id="22" pos="3546" userDrawn="1">
          <p15:clr>
            <a:srgbClr val="C35EA4"/>
          </p15:clr>
        </p15:guide>
        <p15:guide id="23" pos="3888" userDrawn="1">
          <p15:clr>
            <a:srgbClr val="C35EA4"/>
          </p15:clr>
        </p15:guide>
        <p15:guide id="24" pos="4212" userDrawn="1">
          <p15:clr>
            <a:srgbClr val="C35EA4"/>
          </p15:clr>
        </p15:guide>
        <p15:guide id="25" pos="4536" userDrawn="1">
          <p15:clr>
            <a:srgbClr val="C35EA4"/>
          </p15:clr>
        </p15:guide>
        <p15:guide id="28" pos="4878" userDrawn="1">
          <p15:clr>
            <a:srgbClr val="C35EA4"/>
          </p15:clr>
        </p15:guide>
        <p15:guide id="30" pos="5202" userDrawn="1">
          <p15:clr>
            <a:srgbClr val="C35EA4"/>
          </p15:clr>
        </p15:guide>
        <p15:guide id="32" pos="1548" userDrawn="1">
          <p15:clr>
            <a:srgbClr val="C35EA4"/>
          </p15:clr>
        </p15:guide>
        <p15:guide id="33" pos="2880" userDrawn="1">
          <p15:clr>
            <a:srgbClr val="C35EA4"/>
          </p15:clr>
        </p15:guide>
        <p15:guide id="38" orient="horz" pos="558" userDrawn="1">
          <p15:clr>
            <a:srgbClr val="F26B43"/>
          </p15:clr>
        </p15:guide>
        <p15:guide id="40" orient="horz" pos="882" userDrawn="1">
          <p15:clr>
            <a:srgbClr val="F26B43"/>
          </p15:clr>
        </p15:guide>
        <p15:guide id="41" orient="horz" pos="1224" userDrawn="1">
          <p15:clr>
            <a:srgbClr val="F26B43"/>
          </p15:clr>
        </p15:guide>
        <p15:guide id="42" orient="horz" pos="1548" userDrawn="1">
          <p15:clr>
            <a:srgbClr val="F26B43"/>
          </p15:clr>
        </p15:guide>
        <p15:guide id="45" orient="horz" pos="1890" userDrawn="1">
          <p15:clr>
            <a:srgbClr val="F26B43"/>
          </p15:clr>
        </p15:guide>
        <p15:guide id="46" orient="horz" pos="2214" userDrawn="1">
          <p15:clr>
            <a:srgbClr val="F26B43"/>
          </p15:clr>
        </p15:guide>
        <p15:guide id="47" orient="horz" pos="3204" userDrawn="1">
          <p15:clr>
            <a:srgbClr val="F26B43"/>
          </p15:clr>
        </p15:guide>
        <p15:guide id="48" orient="horz" pos="25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>
          <a:xfrm>
            <a:off x="386862" y="1392381"/>
            <a:ext cx="8414238" cy="2625704"/>
          </a:xfrm>
        </p:spPr>
        <p:txBody>
          <a:bodyPr anchor="ctr">
            <a:normAutofit/>
          </a:bodyPr>
          <a:lstStyle/>
          <a:p>
            <a:pPr algn="ctr"/>
            <a:r>
              <a:rPr lang="en-US" sz="10350" dirty="0"/>
              <a:t>Welcome</a:t>
            </a:r>
            <a:endParaRPr sz="10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6A9B8-E052-B238-D513-55BDD5AC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06CC82-1D57-104E-45DC-C9479736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AB61937-C7E7-4A82-1AD9-2ED20996BB5B}"/>
              </a:ext>
            </a:extLst>
          </p:cNvPr>
          <p:cNvSpPr/>
          <p:nvPr/>
        </p:nvSpPr>
        <p:spPr>
          <a:xfrm>
            <a:off x="729683" y="1600782"/>
            <a:ext cx="1798694" cy="2678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65" dirty="0"/>
              <a:t>9:30 – 10:50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FD9F49E-1B99-1A53-7367-530790269DCF}"/>
              </a:ext>
            </a:extLst>
          </p:cNvPr>
          <p:cNvSpPr/>
          <p:nvPr/>
        </p:nvSpPr>
        <p:spPr>
          <a:xfrm>
            <a:off x="729683" y="1974735"/>
            <a:ext cx="1798694" cy="2678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65" dirty="0"/>
              <a:t>10:50 – 11:20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F921F29-65A1-CC15-3F72-343C72F48FE8}"/>
              </a:ext>
            </a:extLst>
          </p:cNvPr>
          <p:cNvSpPr/>
          <p:nvPr/>
        </p:nvSpPr>
        <p:spPr>
          <a:xfrm>
            <a:off x="729683" y="2348688"/>
            <a:ext cx="1798694" cy="2678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65" dirty="0"/>
              <a:t>11:20 – 13:00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131FCBC-E581-D066-6E9E-0F5E6B88334B}"/>
              </a:ext>
            </a:extLst>
          </p:cNvPr>
          <p:cNvSpPr/>
          <p:nvPr/>
        </p:nvSpPr>
        <p:spPr>
          <a:xfrm>
            <a:off x="729683" y="2722640"/>
            <a:ext cx="1798694" cy="2678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65" dirty="0"/>
              <a:t>13:00 – 14:00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47AA1A4-7DED-6345-3B59-F0194E4CAA0E}"/>
              </a:ext>
            </a:extLst>
          </p:cNvPr>
          <p:cNvSpPr/>
          <p:nvPr/>
        </p:nvSpPr>
        <p:spPr>
          <a:xfrm>
            <a:off x="729683" y="3096593"/>
            <a:ext cx="1798694" cy="2678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65" dirty="0"/>
              <a:t>14:00 – 15:40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B5A84EF-193A-74D8-E562-DB3728E348FD}"/>
              </a:ext>
            </a:extLst>
          </p:cNvPr>
          <p:cNvSpPr/>
          <p:nvPr/>
        </p:nvSpPr>
        <p:spPr>
          <a:xfrm>
            <a:off x="729683" y="3470546"/>
            <a:ext cx="1798694" cy="2678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65" dirty="0"/>
              <a:t>15:40 – 16:10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40A444D-58AB-00FD-AE39-F540F1CE3C0D}"/>
              </a:ext>
            </a:extLst>
          </p:cNvPr>
          <p:cNvSpPr/>
          <p:nvPr/>
        </p:nvSpPr>
        <p:spPr>
          <a:xfrm>
            <a:off x="729683" y="3844499"/>
            <a:ext cx="1798694" cy="2678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65" dirty="0"/>
              <a:t>16:10 – 17:45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F48E8EB6-1899-951D-BBD2-D2567E79A91C}"/>
              </a:ext>
            </a:extLst>
          </p:cNvPr>
          <p:cNvSpPr/>
          <p:nvPr/>
        </p:nvSpPr>
        <p:spPr>
          <a:xfrm>
            <a:off x="729683" y="4218454"/>
            <a:ext cx="1798694" cy="2678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65" dirty="0"/>
              <a:t>17:45 – 18:15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A830465-D667-18A4-09FF-2756A4A481CE}"/>
              </a:ext>
            </a:extLst>
          </p:cNvPr>
          <p:cNvSpPr/>
          <p:nvPr/>
        </p:nvSpPr>
        <p:spPr>
          <a:xfrm>
            <a:off x="2995273" y="1209073"/>
            <a:ext cx="2288550" cy="2678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65" dirty="0"/>
              <a:t>Sala 1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4E432117-464C-F687-5FE1-94977E0AD0D0}"/>
              </a:ext>
            </a:extLst>
          </p:cNvPr>
          <p:cNvSpPr/>
          <p:nvPr/>
        </p:nvSpPr>
        <p:spPr>
          <a:xfrm>
            <a:off x="5635909" y="1209073"/>
            <a:ext cx="2143125" cy="2678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65" dirty="0"/>
              <a:t>Sala 2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571A7A5-8B11-E205-CCF2-630611F63D39}"/>
              </a:ext>
            </a:extLst>
          </p:cNvPr>
          <p:cNvSpPr/>
          <p:nvPr/>
        </p:nvSpPr>
        <p:spPr>
          <a:xfrm>
            <a:off x="2995274" y="1599691"/>
            <a:ext cx="4783760" cy="26789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65" dirty="0"/>
              <a:t>🗣️ </a:t>
            </a:r>
            <a:r>
              <a:rPr lang="it-IT" sz="1265" dirty="0" err="1"/>
              <a:t>Keynote</a:t>
            </a:r>
            <a:r>
              <a:rPr lang="it-IT" sz="1265" dirty="0"/>
              <a:t> &amp; Sessioni 🗣️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04E97CF-3525-59C2-5F24-96FAB2D26F56}"/>
              </a:ext>
            </a:extLst>
          </p:cNvPr>
          <p:cNvSpPr/>
          <p:nvPr/>
        </p:nvSpPr>
        <p:spPr>
          <a:xfrm>
            <a:off x="2995274" y="1972550"/>
            <a:ext cx="4783760" cy="26789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65" dirty="0"/>
              <a:t>☕ Coffee Break ☕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0EAFDBF4-A3A4-6333-BF76-E23EC13FE120}"/>
              </a:ext>
            </a:extLst>
          </p:cNvPr>
          <p:cNvSpPr/>
          <p:nvPr/>
        </p:nvSpPr>
        <p:spPr>
          <a:xfrm>
            <a:off x="2995274" y="2718269"/>
            <a:ext cx="4783760" cy="26789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65" dirty="0"/>
              <a:t>🍴 Pranzo 🍴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A3D93644-ACA7-04B6-A0F4-EA52FD42B0D4}"/>
              </a:ext>
            </a:extLst>
          </p:cNvPr>
          <p:cNvSpPr/>
          <p:nvPr/>
        </p:nvSpPr>
        <p:spPr>
          <a:xfrm>
            <a:off x="2995274" y="3463988"/>
            <a:ext cx="4783760" cy="26789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65" dirty="0"/>
              <a:t>☕ Coffee Break ☕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2BC5B55B-DCCF-68FA-028C-CCF984E88C9E}"/>
              </a:ext>
            </a:extLst>
          </p:cNvPr>
          <p:cNvSpPr/>
          <p:nvPr/>
        </p:nvSpPr>
        <p:spPr>
          <a:xfrm>
            <a:off x="2995274" y="4209708"/>
            <a:ext cx="4783760" cy="26789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65" dirty="0"/>
              <a:t>🎉 </a:t>
            </a:r>
            <a:r>
              <a:rPr lang="it-IT" sz="1265" dirty="0" err="1"/>
              <a:t>Lottery</a:t>
            </a:r>
            <a:r>
              <a:rPr lang="it-IT" sz="1265" dirty="0"/>
              <a:t> ! 🎉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A8551314-D82F-2AA6-7812-42E398E77769}"/>
              </a:ext>
            </a:extLst>
          </p:cNvPr>
          <p:cNvSpPr/>
          <p:nvPr/>
        </p:nvSpPr>
        <p:spPr>
          <a:xfrm>
            <a:off x="2995273" y="3091127"/>
            <a:ext cx="2288549" cy="26789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65" dirty="0"/>
              <a:t>🗣️ Sessioni 🗣️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AFD0FB92-6ADB-1BF2-7664-A0F6146493A1}"/>
              </a:ext>
            </a:extLst>
          </p:cNvPr>
          <p:cNvSpPr/>
          <p:nvPr/>
        </p:nvSpPr>
        <p:spPr>
          <a:xfrm>
            <a:off x="5635908" y="3091126"/>
            <a:ext cx="2143125" cy="26789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65" dirty="0"/>
              <a:t>🗣️ Sessioni 🗣️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C09D1AB9-80C6-3AAD-BD7B-F082810443A1}"/>
              </a:ext>
            </a:extLst>
          </p:cNvPr>
          <p:cNvSpPr/>
          <p:nvPr/>
        </p:nvSpPr>
        <p:spPr>
          <a:xfrm>
            <a:off x="2995273" y="3843408"/>
            <a:ext cx="2288549" cy="26789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65" dirty="0"/>
              <a:t>🗣️ Sessioni 🗣️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7327B6CD-1E83-7F00-E9F1-CFCC5586EC9F}"/>
              </a:ext>
            </a:extLst>
          </p:cNvPr>
          <p:cNvSpPr/>
          <p:nvPr/>
        </p:nvSpPr>
        <p:spPr>
          <a:xfrm>
            <a:off x="5635908" y="3843406"/>
            <a:ext cx="2143125" cy="26789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65" dirty="0"/>
              <a:t>🗣️ Sessioni 🗣️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EF6E5A0C-F646-E938-65B6-3967735087E2}"/>
              </a:ext>
            </a:extLst>
          </p:cNvPr>
          <p:cNvSpPr/>
          <p:nvPr/>
        </p:nvSpPr>
        <p:spPr>
          <a:xfrm>
            <a:off x="2995273" y="2345406"/>
            <a:ext cx="2288549" cy="26789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65" dirty="0"/>
              <a:t>🗣️ Sessioni 🗣️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ED81B139-06DA-27D0-60B8-07D2BE62B564}"/>
              </a:ext>
            </a:extLst>
          </p:cNvPr>
          <p:cNvSpPr/>
          <p:nvPr/>
        </p:nvSpPr>
        <p:spPr>
          <a:xfrm>
            <a:off x="5635908" y="2345405"/>
            <a:ext cx="2143125" cy="26789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65" dirty="0"/>
              <a:t>🗣️ Sessioni 🗣️</a:t>
            </a:r>
          </a:p>
        </p:txBody>
      </p:sp>
    </p:spTree>
    <p:extLst>
      <p:ext uri="{BB962C8B-B14F-4D97-AF65-F5344CB8AC3E}">
        <p14:creationId xmlns:p14="http://schemas.microsoft.com/office/powerpoint/2010/main" val="238382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3BCF94-64B2-A79D-B36C-5A742EABC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Chi siamo?</a:t>
            </a:r>
          </a:p>
        </p:txBody>
      </p:sp>
      <p:pic>
        <p:nvPicPr>
          <p:cNvPr id="26" name="Picture 8" descr="Icone, Loghi, Simboli Linkedin – Scarica Gratis in PNG, SVG">
            <a:extLst>
              <a:ext uri="{FF2B5EF4-FFF2-40B4-BE49-F238E27FC236}">
                <a16:creationId xmlns:a16="http://schemas.microsoft.com/office/drawing/2014/main" id="{D6F871B0-3046-AD31-3D80-CADD64B0B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961" y="3831872"/>
            <a:ext cx="688223" cy="682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9">
            <a:extLst>
              <a:ext uri="{FF2B5EF4-FFF2-40B4-BE49-F238E27FC236}">
                <a16:creationId xmlns:a16="http://schemas.microsoft.com/office/drawing/2014/main" id="{27A8831A-7834-C1AE-1F3E-DD791C45C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109" y="1268017"/>
            <a:ext cx="2455926" cy="245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0">
            <a:extLst>
              <a:ext uri="{FF2B5EF4-FFF2-40B4-BE49-F238E27FC236}">
                <a16:creationId xmlns:a16="http://schemas.microsoft.com/office/drawing/2014/main" id="{2C21078C-6C12-0DB2-9B44-857C1E6FA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408" y="1759158"/>
            <a:ext cx="1625184" cy="162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1">
            <a:extLst>
              <a:ext uri="{FF2B5EF4-FFF2-40B4-BE49-F238E27FC236}">
                <a16:creationId xmlns:a16="http://schemas.microsoft.com/office/drawing/2014/main" id="{5FC8272F-36EB-77EA-E99A-45A663A32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305" y="3788261"/>
            <a:ext cx="769246" cy="76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>
            <a:extLst>
              <a:ext uri="{FF2B5EF4-FFF2-40B4-BE49-F238E27FC236}">
                <a16:creationId xmlns:a16="http://schemas.microsoft.com/office/drawing/2014/main" id="{1E185BA7-FE81-BA1F-E6FA-B50DC6B48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965" y="1268017"/>
            <a:ext cx="2455926" cy="245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850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4AD5FB-7873-6811-A451-7D9B23FE1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testo, schermata, Sito Web, Pagina Web&#10;&#10;Il contenuto generato dall'IA potrebbe non essere corretto.">
            <a:extLst>
              <a:ext uri="{FF2B5EF4-FFF2-40B4-BE49-F238E27FC236}">
                <a16:creationId xmlns:a16="http://schemas.microsoft.com/office/drawing/2014/main" id="{A08D856C-9861-6A9C-CC95-1F4C6676F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019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3216A9-B618-A760-BCBB-1B9847A4A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testo, schermata, modello&#10;&#10;Il contenuto generato dall'IA potrebbe non essere corretto.">
            <a:extLst>
              <a:ext uri="{FF2B5EF4-FFF2-40B4-BE49-F238E27FC236}">
                <a16:creationId xmlns:a16="http://schemas.microsoft.com/office/drawing/2014/main" id="{7C6E902D-6FF8-23CF-FA67-A88AFEED9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63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AD8435-FA9F-88A5-78E3-8D06F966A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testo, software, Sito Web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363F50DE-E198-C2EA-7751-457C8D868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2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F7EC73-80D1-FBF2-A112-2DA0B2A98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BD51AF12-0DE5-5BEB-D8F3-BEB08B4AD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85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25BD53-3746-9EA3-EC1D-2E50EC22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400" dirty="0"/>
              <a:t>Prossimi eventi – .NET </a:t>
            </a:r>
            <a:r>
              <a:rPr lang="it-IT" sz="2400" dirty="0" err="1"/>
              <a:t>Conf</a:t>
            </a:r>
            <a:r>
              <a:rPr lang="it-IT" sz="2400" dirty="0"/>
              <a:t> 2025 Watch Party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E2648049-C3FE-32DB-57E9-607259A3B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09" y="1475452"/>
            <a:ext cx="5178288" cy="2886686"/>
          </a:xfrm>
          <a:prstGeom prst="rect">
            <a:avLst/>
          </a:prstGeom>
        </p:spPr>
      </p:pic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2930862B-3E64-5B01-BF57-22F5E0751E42}"/>
              </a:ext>
            </a:extLst>
          </p:cNvPr>
          <p:cNvSpPr txBox="1"/>
          <p:nvPr/>
        </p:nvSpPr>
        <p:spPr>
          <a:xfrm>
            <a:off x="5568845" y="1307586"/>
            <a:ext cx="1657512" cy="38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7" dirty="0">
                <a:solidFill>
                  <a:schemeClr val="accent4"/>
                </a:solidFill>
              </a:rPr>
              <a:t>📅  </a:t>
            </a:r>
            <a:r>
              <a:rPr lang="it-IT" sz="1876" b="1" dirty="0">
                <a:solidFill>
                  <a:schemeClr val="accent4"/>
                </a:solidFill>
              </a:rPr>
              <a:t>Quando</a:t>
            </a:r>
            <a:r>
              <a:rPr lang="it-IT" sz="1407" dirty="0">
                <a:solidFill>
                  <a:schemeClr val="accent4"/>
                </a:solidFill>
              </a:rPr>
              <a:t>  📅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B01FAA9-1F5C-14CC-5CE6-DE91413DEA6B}"/>
              </a:ext>
            </a:extLst>
          </p:cNvPr>
          <p:cNvSpPr txBox="1"/>
          <p:nvPr/>
        </p:nvSpPr>
        <p:spPr>
          <a:xfrm>
            <a:off x="5568845" y="1692511"/>
            <a:ext cx="1657512" cy="38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76" dirty="0">
                <a:solidFill>
                  <a:schemeClr val="accent4"/>
                </a:solidFill>
              </a:rPr>
              <a:t>11 Novembre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3B8538EC-F9B9-753F-DC59-2637D22E3FAD}"/>
              </a:ext>
            </a:extLst>
          </p:cNvPr>
          <p:cNvSpPr txBox="1"/>
          <p:nvPr/>
        </p:nvSpPr>
        <p:spPr>
          <a:xfrm>
            <a:off x="7096477" y="1668384"/>
            <a:ext cx="1955269" cy="38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76" dirty="0">
                <a:solidFill>
                  <a:schemeClr val="accent4"/>
                </a:solidFill>
              </a:rPr>
              <a:t>QUI !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432467BD-725D-3ED3-CC2C-64D67D46CD09}"/>
              </a:ext>
            </a:extLst>
          </p:cNvPr>
          <p:cNvSpPr txBox="1"/>
          <p:nvPr/>
        </p:nvSpPr>
        <p:spPr>
          <a:xfrm>
            <a:off x="7245355" y="1307586"/>
            <a:ext cx="1657512" cy="38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7" dirty="0">
                <a:solidFill>
                  <a:schemeClr val="accent4"/>
                </a:solidFill>
              </a:rPr>
              <a:t>🌍 </a:t>
            </a:r>
            <a:r>
              <a:rPr lang="it-IT" sz="1876" b="1" dirty="0">
                <a:solidFill>
                  <a:schemeClr val="accent4"/>
                </a:solidFill>
              </a:rPr>
              <a:t>Dove</a:t>
            </a:r>
            <a:r>
              <a:rPr lang="it-IT" sz="1407" dirty="0">
                <a:solidFill>
                  <a:schemeClr val="accent4"/>
                </a:solidFill>
              </a:rPr>
              <a:t> 🌍</a:t>
            </a:r>
          </a:p>
        </p:txBody>
      </p:sp>
      <p:pic>
        <p:nvPicPr>
          <p:cNvPr id="45" name="Immagine 44">
            <a:extLst>
              <a:ext uri="{FF2B5EF4-FFF2-40B4-BE49-F238E27FC236}">
                <a16:creationId xmlns:a16="http://schemas.microsoft.com/office/drawing/2014/main" id="{DBDF7E72-40CC-4E6C-980D-676A9F03E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41558" y="2126391"/>
            <a:ext cx="2390737" cy="238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105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A349E-4961-C998-25E4-75ADD3F87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AC0B61-0F93-429D-742D-0E172971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400" dirty="0"/>
              <a:t>Prossimi eventi – .NET </a:t>
            </a:r>
            <a:r>
              <a:rPr lang="it-IT" sz="2400" dirty="0" err="1"/>
              <a:t>Conf</a:t>
            </a:r>
            <a:r>
              <a:rPr lang="it-IT" sz="2400" dirty="0"/>
              <a:t> 2025 Watch Party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EF57FC3B-161D-F323-3C3E-01DDD3661467}"/>
              </a:ext>
            </a:extLst>
          </p:cNvPr>
          <p:cNvSpPr txBox="1"/>
          <p:nvPr/>
        </p:nvSpPr>
        <p:spPr>
          <a:xfrm>
            <a:off x="5568845" y="1307586"/>
            <a:ext cx="1657512" cy="38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7" dirty="0">
                <a:solidFill>
                  <a:schemeClr val="accent4"/>
                </a:solidFill>
              </a:rPr>
              <a:t>📅  </a:t>
            </a:r>
            <a:r>
              <a:rPr lang="it-IT" sz="1876" b="1" dirty="0">
                <a:solidFill>
                  <a:schemeClr val="accent4"/>
                </a:solidFill>
              </a:rPr>
              <a:t>Quando</a:t>
            </a:r>
            <a:r>
              <a:rPr lang="it-IT" sz="1407" dirty="0">
                <a:solidFill>
                  <a:schemeClr val="accent4"/>
                </a:solidFill>
              </a:rPr>
              <a:t>  📅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28F8D9D-AA0F-6DF5-664E-28BCAF9B0DEC}"/>
              </a:ext>
            </a:extLst>
          </p:cNvPr>
          <p:cNvSpPr txBox="1"/>
          <p:nvPr/>
        </p:nvSpPr>
        <p:spPr>
          <a:xfrm>
            <a:off x="5568845" y="1692511"/>
            <a:ext cx="1657512" cy="38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76" dirty="0">
                <a:solidFill>
                  <a:schemeClr val="accent4"/>
                </a:solidFill>
              </a:rPr>
              <a:t>12 Dicembre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6D29FC57-1B81-D6E4-F924-8F0ABDB06FE5}"/>
              </a:ext>
            </a:extLst>
          </p:cNvPr>
          <p:cNvSpPr txBox="1"/>
          <p:nvPr/>
        </p:nvSpPr>
        <p:spPr>
          <a:xfrm>
            <a:off x="7096477" y="1668384"/>
            <a:ext cx="1955269" cy="38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76" dirty="0">
                <a:solidFill>
                  <a:schemeClr val="accent4"/>
                </a:solidFill>
              </a:rPr>
              <a:t>QUI !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4EA24825-1C9A-F381-4B6D-48935B545E35}"/>
              </a:ext>
            </a:extLst>
          </p:cNvPr>
          <p:cNvSpPr txBox="1"/>
          <p:nvPr/>
        </p:nvSpPr>
        <p:spPr>
          <a:xfrm>
            <a:off x="7245355" y="1307586"/>
            <a:ext cx="1657512" cy="38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7" dirty="0">
                <a:solidFill>
                  <a:schemeClr val="accent4"/>
                </a:solidFill>
              </a:rPr>
              <a:t>🌍 </a:t>
            </a:r>
            <a:r>
              <a:rPr lang="it-IT" sz="1876" b="1" dirty="0">
                <a:solidFill>
                  <a:schemeClr val="accent4"/>
                </a:solidFill>
              </a:rPr>
              <a:t>Dove</a:t>
            </a:r>
            <a:r>
              <a:rPr lang="it-IT" sz="1407" dirty="0">
                <a:solidFill>
                  <a:schemeClr val="accent4"/>
                </a:solidFill>
              </a:rPr>
              <a:t> 🌍</a:t>
            </a:r>
          </a:p>
        </p:txBody>
      </p:sp>
      <p:pic>
        <p:nvPicPr>
          <p:cNvPr id="45" name="Immagine 44">
            <a:extLst>
              <a:ext uri="{FF2B5EF4-FFF2-40B4-BE49-F238E27FC236}">
                <a16:creationId xmlns:a16="http://schemas.microsoft.com/office/drawing/2014/main" id="{98F8C545-ACEA-5D63-72ED-9098E0FEA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03269" y="2126391"/>
            <a:ext cx="2386414" cy="238641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4760B96-0BA7-E60C-8913-2F5951142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66" y="1372361"/>
            <a:ext cx="5121500" cy="194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B9A4EC91-7C78-6ADA-1FD9-9B6BD56E0797}"/>
              </a:ext>
            </a:extLst>
          </p:cNvPr>
          <p:cNvSpPr/>
          <p:nvPr/>
        </p:nvSpPr>
        <p:spPr>
          <a:xfrm>
            <a:off x="404734" y="3477718"/>
            <a:ext cx="5015232" cy="95937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La call for speaker è ancora aperta!</a:t>
            </a:r>
          </a:p>
        </p:txBody>
      </p:sp>
    </p:spTree>
    <p:extLst>
      <p:ext uri="{BB962C8B-B14F-4D97-AF65-F5344CB8AC3E}">
        <p14:creationId xmlns:p14="http://schemas.microsoft.com/office/powerpoint/2010/main" val="352517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8171-DAEE-C6AD-0104-60F0A383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>
            <a:extLst>
              <a:ext uri="{FF2B5EF4-FFF2-40B4-BE49-F238E27FC236}">
                <a16:creationId xmlns:a16="http://schemas.microsoft.com/office/drawing/2014/main" id="{F7EDAAE5-AC90-5F85-BD8C-922ECF43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62" y="1392381"/>
            <a:ext cx="8414238" cy="262570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0350" dirty="0"/>
              <a:t>Buona </a:t>
            </a:r>
            <a:r>
              <a:rPr lang="en-US" sz="10350" dirty="0" err="1"/>
              <a:t>Conferenza</a:t>
            </a:r>
            <a:r>
              <a:rPr lang="en-US" sz="10350" dirty="0"/>
              <a:t>!</a:t>
            </a:r>
            <a:endParaRPr sz="10350" dirty="0"/>
          </a:p>
        </p:txBody>
      </p:sp>
    </p:spTree>
    <p:extLst>
      <p:ext uri="{BB962C8B-B14F-4D97-AF65-F5344CB8AC3E}">
        <p14:creationId xmlns:p14="http://schemas.microsoft.com/office/powerpoint/2010/main" val="4281195497"/>
      </p:ext>
    </p:extLst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0</TotalTime>
  <Words>202</Words>
  <Application>Microsoft Macintosh PowerPoint</Application>
  <PresentationFormat>Presentazione su schermo (16:9)</PresentationFormat>
  <Paragraphs>40</Paragraphs>
  <Slides>11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Calibri</vt:lpstr>
      <vt:lpstr>Consolas</vt:lpstr>
      <vt:lpstr>Segoe UI</vt:lpstr>
      <vt:lpstr>Segoe UI Semibold</vt:lpstr>
      <vt:lpstr>Verdana</vt:lpstr>
      <vt:lpstr>Azure Dev Titles and Headers - 2018H2</vt:lpstr>
      <vt:lpstr>Welcome</vt:lpstr>
      <vt:lpstr>Agenda</vt:lpstr>
      <vt:lpstr>Chi siamo?</vt:lpstr>
      <vt:lpstr>Event Sponsors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Prossimi eventi – .NET Conf 2025 Watch Party</vt:lpstr>
      <vt:lpstr>Prossimi eventi – .NET Conf 2025 Watch Party</vt:lpstr>
      <vt:lpstr>Buona Conferenza!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An introduction on Schema Guided Reasoning in Semantic Kernel</dc:title>
  <dc:subject>Conference session: An introduction on Schema Guided Reasoning in Semantic Kernel</dc:subject>
  <dc:creator/>
  <cp:keywords/>
  <dc:description>Version 1.0a</dc:description>
  <cp:lastModifiedBy/>
  <cp:revision>2</cp:revision>
  <dcterms:created xsi:type="dcterms:W3CDTF">2019-09-06T12:42:37Z</dcterms:created>
  <dcterms:modified xsi:type="dcterms:W3CDTF">2025-10-21T17:15:23Z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